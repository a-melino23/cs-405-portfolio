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F4D54A-7341-2094-21C1-DB4FB197E593}" v="1455" dt="2026-06-18T22:59:55.270"/>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ino, Angelo" userId="S::angelo.melino@snhu.edu::e5a64982-cc84-4dc6-a8f4-d04646c2ec30" providerId="AD" clId="Web-{62F4D54A-7341-2094-21C1-DB4FB197E593}"/>
    <pc:docChg chg="addSld delSld modSld">
      <pc:chgData name="Melino, Angelo" userId="S::angelo.melino@snhu.edu::e5a64982-cc84-4dc6-a8f4-d04646c2ec30" providerId="AD" clId="Web-{62F4D54A-7341-2094-21C1-DB4FB197E593}" dt="2026-06-18T22:59:55.270" v="1438"/>
      <pc:docMkLst>
        <pc:docMk/>
      </pc:docMkLst>
      <pc:sldChg chg="modSp">
        <pc:chgData name="Melino, Angelo" userId="S::angelo.melino@snhu.edu::e5a64982-cc84-4dc6-a8f4-d04646c2ec30" providerId="AD" clId="Web-{62F4D54A-7341-2094-21C1-DB4FB197E593}" dt="2026-06-18T21:00:14.223" v="5" actId="20577"/>
        <pc:sldMkLst>
          <pc:docMk/>
          <pc:sldMk cId="0" sldId="256"/>
        </pc:sldMkLst>
        <pc:spChg chg="mod">
          <ac:chgData name="Melino, Angelo" userId="S::angelo.melino@snhu.edu::e5a64982-cc84-4dc6-a8f4-d04646c2ec30" providerId="AD" clId="Web-{62F4D54A-7341-2094-21C1-DB4FB197E593}" dt="2026-06-18T21:00:14.223" v="5" actId="20577"/>
          <ac:spMkLst>
            <pc:docMk/>
            <pc:sldMk cId="0" sldId="256"/>
            <ac:spMk id="145" creationId="{00000000-0000-0000-0000-000000000000}"/>
          </ac:spMkLst>
        </pc:spChg>
      </pc:sldChg>
      <pc:sldChg chg="addSp delSp modSp">
        <pc:chgData name="Melino, Angelo" userId="S::angelo.melino@snhu.edu::e5a64982-cc84-4dc6-a8f4-d04646c2ec30" providerId="AD" clId="Web-{62F4D54A-7341-2094-21C1-DB4FB197E593}" dt="2026-06-18T22:56:06.521" v="1354" actId="1076"/>
        <pc:sldMkLst>
          <pc:docMk/>
          <pc:sldMk cId="0" sldId="257"/>
        </pc:sldMkLst>
        <pc:spChg chg="add mod">
          <ac:chgData name="Melino, Angelo" userId="S::angelo.melino@snhu.edu::e5a64982-cc84-4dc6-a8f4-d04646c2ec30" providerId="AD" clId="Web-{62F4D54A-7341-2094-21C1-DB4FB197E593}" dt="2026-06-18T22:56:06.521" v="1354" actId="1076"/>
          <ac:spMkLst>
            <pc:docMk/>
            <pc:sldMk cId="0" sldId="257"/>
            <ac:spMk id="3" creationId="{CEA3E8B5-6190-434A-E810-5E7D33EFAA7F}"/>
          </ac:spMkLst>
        </pc:spChg>
        <pc:spChg chg="del mod">
          <ac:chgData name="Melino, Angelo" userId="S::angelo.melino@snhu.edu::e5a64982-cc84-4dc6-a8f4-d04646c2ec30" providerId="AD" clId="Web-{62F4D54A-7341-2094-21C1-DB4FB197E593}" dt="2026-06-18T21:02:13.036" v="7"/>
          <ac:spMkLst>
            <pc:docMk/>
            <pc:sldMk cId="0" sldId="257"/>
            <ac:spMk id="152" creationId="{00000000-0000-0000-0000-000000000000}"/>
          </ac:spMkLst>
        </pc:spChg>
        <pc:picChg chg="mod">
          <ac:chgData name="Melino, Angelo" userId="S::angelo.melino@snhu.edu::e5a64982-cc84-4dc6-a8f4-d04646c2ec30" providerId="AD" clId="Web-{62F4D54A-7341-2094-21C1-DB4FB197E593}" dt="2026-06-18T21:02:26.848" v="9" actId="1076"/>
          <ac:picMkLst>
            <pc:docMk/>
            <pc:sldMk cId="0" sldId="257"/>
            <ac:picMk id="153" creationId="{00000000-0000-0000-0000-000000000000}"/>
          </ac:picMkLst>
        </pc:picChg>
      </pc:sldChg>
      <pc:sldChg chg="modSp">
        <pc:chgData name="Melino, Angelo" userId="S::angelo.melino@snhu.edu::e5a64982-cc84-4dc6-a8f4-d04646c2ec30" providerId="AD" clId="Web-{62F4D54A-7341-2094-21C1-DB4FB197E593}" dt="2026-06-18T22:59:55.270" v="1438"/>
        <pc:sldMkLst>
          <pc:docMk/>
          <pc:sldMk cId="0" sldId="258"/>
        </pc:sldMkLst>
        <pc:spChg chg="mod">
          <ac:chgData name="Melino, Angelo" userId="S::angelo.melino@snhu.edu::e5a64982-cc84-4dc6-a8f4-d04646c2ec30" providerId="AD" clId="Web-{62F4D54A-7341-2094-21C1-DB4FB197E593}" dt="2026-06-18T22:57:50.692" v="1400" actId="1076"/>
          <ac:spMkLst>
            <pc:docMk/>
            <pc:sldMk cId="0" sldId="258"/>
            <ac:spMk id="160" creationId="{00000000-0000-0000-0000-000000000000}"/>
          </ac:spMkLst>
        </pc:spChg>
        <pc:graphicFrameChg chg="mod modGraphic">
          <ac:chgData name="Melino, Angelo" userId="S::angelo.melino@snhu.edu::e5a64982-cc84-4dc6-a8f4-d04646c2ec30" providerId="AD" clId="Web-{62F4D54A-7341-2094-21C1-DB4FB197E593}" dt="2026-06-18T22:59:55.270" v="1438"/>
          <ac:graphicFrameMkLst>
            <pc:docMk/>
            <pc:sldMk cId="0" sldId="258"/>
            <ac:graphicFrameMk id="161" creationId="{00000000-0000-0000-0000-000000000000}"/>
          </ac:graphicFrameMkLst>
        </pc:graphicFrameChg>
      </pc:sldChg>
      <pc:sldChg chg="addSp delSp modSp mod modShow">
        <pc:chgData name="Melino, Angelo" userId="S::angelo.melino@snhu.edu::e5a64982-cc84-4dc6-a8f4-d04646c2ec30" providerId="AD" clId="Web-{62F4D54A-7341-2094-21C1-DB4FB197E593}" dt="2026-06-18T21:28:18.546" v="440" actId="20577"/>
        <pc:sldMkLst>
          <pc:docMk/>
          <pc:sldMk cId="0" sldId="259"/>
        </pc:sldMkLst>
        <pc:spChg chg="add del mod">
          <ac:chgData name="Melino, Angelo" userId="S::angelo.melino@snhu.edu::e5a64982-cc84-4dc6-a8f4-d04646c2ec30" providerId="AD" clId="Web-{62F4D54A-7341-2094-21C1-DB4FB197E593}" dt="2026-06-18T21:11:35.346" v="119"/>
          <ac:spMkLst>
            <pc:docMk/>
            <pc:sldMk cId="0" sldId="259"/>
            <ac:spMk id="2" creationId="{3D012BCA-C55C-A9DC-E58B-65CF22921B6E}"/>
          </ac:spMkLst>
        </pc:spChg>
        <pc:spChg chg="add del mod">
          <ac:chgData name="Melino, Angelo" userId="S::angelo.melino@snhu.edu::e5a64982-cc84-4dc6-a8f4-d04646c2ec30" providerId="AD" clId="Web-{62F4D54A-7341-2094-21C1-DB4FB197E593}" dt="2026-06-18T21:13:55.908" v="164"/>
          <ac:spMkLst>
            <pc:docMk/>
            <pc:sldMk cId="0" sldId="259"/>
            <ac:spMk id="3" creationId="{E93C41D8-3A10-06EC-77E3-4E3A8F60E084}"/>
          </ac:spMkLst>
        </pc:spChg>
        <pc:spChg chg="add del mod">
          <ac:chgData name="Melino, Angelo" userId="S::angelo.melino@snhu.edu::e5a64982-cc84-4dc6-a8f4-d04646c2ec30" providerId="AD" clId="Web-{62F4D54A-7341-2094-21C1-DB4FB197E593}" dt="2026-06-18T21:19:32.548" v="334"/>
          <ac:spMkLst>
            <pc:docMk/>
            <pc:sldMk cId="0" sldId="259"/>
            <ac:spMk id="4" creationId="{75C026AE-C419-AA08-6FF4-4C53B876F6AA}"/>
          </ac:spMkLst>
        </pc:spChg>
        <pc:spChg chg="add del mod">
          <ac:chgData name="Melino, Angelo" userId="S::angelo.melino@snhu.edu::e5a64982-cc84-4dc6-a8f4-d04646c2ec30" providerId="AD" clId="Web-{62F4D54A-7341-2094-21C1-DB4FB197E593}" dt="2026-06-18T21:28:18.546" v="440" actId="20577"/>
          <ac:spMkLst>
            <pc:docMk/>
            <pc:sldMk cId="0" sldId="259"/>
            <ac:spMk id="6" creationId="{95E0F532-5B7B-23C9-3FBC-ACCDBA504258}"/>
          </ac:spMkLst>
        </pc:spChg>
        <pc:spChg chg="mod">
          <ac:chgData name="Melino, Angelo" userId="S::angelo.melino@snhu.edu::e5a64982-cc84-4dc6-a8f4-d04646c2ec30" providerId="AD" clId="Web-{62F4D54A-7341-2094-21C1-DB4FB197E593}" dt="2026-06-18T21:28:02.155" v="437" actId="14100"/>
          <ac:spMkLst>
            <pc:docMk/>
            <pc:sldMk cId="0" sldId="259"/>
            <ac:spMk id="168" creationId="{00000000-0000-0000-0000-000000000000}"/>
          </ac:spMkLst>
        </pc:spChg>
      </pc:sldChg>
      <pc:sldChg chg="addSp modSp">
        <pc:chgData name="Melino, Angelo" userId="S::angelo.melino@snhu.edu::e5a64982-cc84-4dc6-a8f4-d04646c2ec30" providerId="AD" clId="Web-{62F4D54A-7341-2094-21C1-DB4FB197E593}" dt="2026-06-18T21:30:32.467" v="504" actId="20577"/>
        <pc:sldMkLst>
          <pc:docMk/>
          <pc:sldMk cId="0" sldId="260"/>
        </pc:sldMkLst>
        <pc:spChg chg="add mod">
          <ac:chgData name="Melino, Angelo" userId="S::angelo.melino@snhu.edu::e5a64982-cc84-4dc6-a8f4-d04646c2ec30" providerId="AD" clId="Web-{62F4D54A-7341-2094-21C1-DB4FB197E593}" dt="2026-06-18T21:30:32.467" v="504" actId="20577"/>
          <ac:spMkLst>
            <pc:docMk/>
            <pc:sldMk cId="0" sldId="260"/>
            <ac:spMk id="3" creationId="{6CDB75F2-3ABE-6AB9-8E46-B34D8FE126F7}"/>
          </ac:spMkLst>
        </pc:spChg>
        <pc:spChg chg="mod">
          <ac:chgData name="Melino, Angelo" userId="S::angelo.melino@snhu.edu::e5a64982-cc84-4dc6-a8f4-d04646c2ec30" providerId="AD" clId="Web-{62F4D54A-7341-2094-21C1-DB4FB197E593}" dt="2026-06-18T21:30:24.124" v="500" actId="20577"/>
          <ac:spMkLst>
            <pc:docMk/>
            <pc:sldMk cId="0" sldId="260"/>
            <ac:spMk id="175" creationId="{00000000-0000-0000-0000-000000000000}"/>
          </ac:spMkLst>
        </pc:spChg>
      </pc:sldChg>
      <pc:sldChg chg="addSp delSp modSp">
        <pc:chgData name="Melino, Angelo" userId="S::angelo.melino@snhu.edu::e5a64982-cc84-4dc6-a8f4-d04646c2ec30" providerId="AD" clId="Web-{62F4D54A-7341-2094-21C1-DB4FB197E593}" dt="2026-06-18T21:45:06.692" v="911" actId="1076"/>
        <pc:sldMkLst>
          <pc:docMk/>
          <pc:sldMk cId="0" sldId="261"/>
        </pc:sldMkLst>
        <pc:spChg chg="add del mod">
          <ac:chgData name="Melino, Angelo" userId="S::angelo.melino@snhu.edu::e5a64982-cc84-4dc6-a8f4-d04646c2ec30" providerId="AD" clId="Web-{62F4D54A-7341-2094-21C1-DB4FB197E593}" dt="2026-06-18T21:42:06.286" v="719"/>
          <ac:spMkLst>
            <pc:docMk/>
            <pc:sldMk cId="0" sldId="261"/>
            <ac:spMk id="3" creationId="{E630230E-C08F-A693-24E8-BA371AC25A5B}"/>
          </ac:spMkLst>
        </pc:spChg>
        <pc:spChg chg="add del mod">
          <ac:chgData name="Melino, Angelo" userId="S::angelo.melino@snhu.edu::e5a64982-cc84-4dc6-a8f4-d04646c2ec30" providerId="AD" clId="Web-{62F4D54A-7341-2094-21C1-DB4FB197E593}" dt="2026-06-18T21:42:04.645" v="718"/>
          <ac:spMkLst>
            <pc:docMk/>
            <pc:sldMk cId="0" sldId="261"/>
            <ac:spMk id="5" creationId="{DD853537-2B8E-3AD7-499C-2EE32E0C58A6}"/>
          </ac:spMkLst>
        </pc:spChg>
        <pc:spChg chg="add del mod">
          <ac:chgData name="Melino, Angelo" userId="S::angelo.melino@snhu.edu::e5a64982-cc84-4dc6-a8f4-d04646c2ec30" providerId="AD" clId="Web-{62F4D54A-7341-2094-21C1-DB4FB197E593}" dt="2026-06-18T21:42:09.817" v="721"/>
          <ac:spMkLst>
            <pc:docMk/>
            <pc:sldMk cId="0" sldId="261"/>
            <ac:spMk id="8" creationId="{16AECE8C-AA20-6B74-F52C-4D41DF3C93EC}"/>
          </ac:spMkLst>
        </pc:spChg>
        <pc:spChg chg="del mod">
          <ac:chgData name="Melino, Angelo" userId="S::angelo.melino@snhu.edu::e5a64982-cc84-4dc6-a8f4-d04646c2ec30" providerId="AD" clId="Web-{62F4D54A-7341-2094-21C1-DB4FB197E593}" dt="2026-06-18T21:42:07.723" v="720"/>
          <ac:spMkLst>
            <pc:docMk/>
            <pc:sldMk cId="0" sldId="261"/>
            <ac:spMk id="182" creationId="{00000000-0000-0000-0000-000000000000}"/>
          </ac:spMkLst>
        </pc:spChg>
        <pc:graphicFrameChg chg="add mod modGraphic">
          <ac:chgData name="Melino, Angelo" userId="S::angelo.melino@snhu.edu::e5a64982-cc84-4dc6-a8f4-d04646c2ec30" providerId="AD" clId="Web-{62F4D54A-7341-2094-21C1-DB4FB197E593}" dt="2026-06-18T21:45:06.692" v="911" actId="1076"/>
          <ac:graphicFrameMkLst>
            <pc:docMk/>
            <pc:sldMk cId="0" sldId="261"/>
            <ac:graphicFrameMk id="6" creationId="{1A64327F-A05A-F947-286B-871228286626}"/>
          </ac:graphicFrameMkLst>
        </pc:graphicFrameChg>
      </pc:sldChg>
      <pc:sldChg chg="addSp delSp modSp">
        <pc:chgData name="Melino, Angelo" userId="S::angelo.melino@snhu.edu::e5a64982-cc84-4dc6-a8f4-d04646c2ec30" providerId="AD" clId="Web-{62F4D54A-7341-2094-21C1-DB4FB197E593}" dt="2026-06-18T21:44:25.599" v="871" actId="1076"/>
        <pc:sldMkLst>
          <pc:docMk/>
          <pc:sldMk cId="0" sldId="262"/>
        </pc:sldMkLst>
        <pc:spChg chg="add del mod">
          <ac:chgData name="Melino, Angelo" userId="S::angelo.melino@snhu.edu::e5a64982-cc84-4dc6-a8f4-d04646c2ec30" providerId="AD" clId="Web-{62F4D54A-7341-2094-21C1-DB4FB197E593}" dt="2026-06-18T21:40:42.950" v="671"/>
          <ac:spMkLst>
            <pc:docMk/>
            <pc:sldMk cId="0" sldId="262"/>
            <ac:spMk id="3" creationId="{DCF9AE90-9525-4C0F-EF4B-71CBC5ED48FD}"/>
          </ac:spMkLst>
        </pc:spChg>
        <pc:spChg chg="add del mod">
          <ac:chgData name="Melino, Angelo" userId="S::angelo.melino@snhu.edu::e5a64982-cc84-4dc6-a8f4-d04646c2ec30" providerId="AD" clId="Web-{62F4D54A-7341-2094-21C1-DB4FB197E593}" dt="2026-06-18T21:40:41.543" v="670"/>
          <ac:spMkLst>
            <pc:docMk/>
            <pc:sldMk cId="0" sldId="262"/>
            <ac:spMk id="5" creationId="{EFA202EF-2BD2-3582-DFF5-47FEC9D6C185}"/>
          </ac:spMkLst>
        </pc:spChg>
        <pc:spChg chg="add del mod">
          <ac:chgData name="Melino, Angelo" userId="S::angelo.melino@snhu.edu::e5a64982-cc84-4dc6-a8f4-d04646c2ec30" providerId="AD" clId="Web-{62F4D54A-7341-2094-21C1-DB4FB197E593}" dt="2026-06-18T21:40:46.778" v="673"/>
          <ac:spMkLst>
            <pc:docMk/>
            <pc:sldMk cId="0" sldId="262"/>
            <ac:spMk id="8" creationId="{EED0D283-24E4-4B7B-0239-42F445D957A1}"/>
          </ac:spMkLst>
        </pc:spChg>
        <pc:spChg chg="del mod">
          <ac:chgData name="Melino, Angelo" userId="S::angelo.melino@snhu.edu::e5a64982-cc84-4dc6-a8f4-d04646c2ec30" providerId="AD" clId="Web-{62F4D54A-7341-2094-21C1-DB4FB197E593}" dt="2026-06-18T21:40:44.528" v="672"/>
          <ac:spMkLst>
            <pc:docMk/>
            <pc:sldMk cId="0" sldId="262"/>
            <ac:spMk id="189" creationId="{00000000-0000-0000-0000-000000000000}"/>
          </ac:spMkLst>
        </pc:spChg>
        <pc:graphicFrameChg chg="add mod modGraphic">
          <ac:chgData name="Melino, Angelo" userId="S::angelo.melino@snhu.edu::e5a64982-cc84-4dc6-a8f4-d04646c2ec30" providerId="AD" clId="Web-{62F4D54A-7341-2094-21C1-DB4FB197E593}" dt="2026-06-18T21:44:25.599" v="871" actId="1076"/>
          <ac:graphicFrameMkLst>
            <pc:docMk/>
            <pc:sldMk cId="0" sldId="262"/>
            <ac:graphicFrameMk id="6" creationId="{3666CF72-BE9F-8238-F0B1-08FE1968DD28}"/>
          </ac:graphicFrameMkLst>
        </pc:graphicFrameChg>
      </pc:sldChg>
      <pc:sldChg chg="addSp modSp">
        <pc:chgData name="Melino, Angelo" userId="S::angelo.melino@snhu.edu::e5a64982-cc84-4dc6-a8f4-d04646c2ec30" providerId="AD" clId="Web-{62F4D54A-7341-2094-21C1-DB4FB197E593}" dt="2026-06-18T22:38:37.381" v="1153" actId="1076"/>
        <pc:sldMkLst>
          <pc:docMk/>
          <pc:sldMk cId="0" sldId="263"/>
        </pc:sldMkLst>
        <pc:spChg chg="mod">
          <ac:chgData name="Melino, Angelo" userId="S::angelo.melino@snhu.edu::e5a64982-cc84-4dc6-a8f4-d04646c2ec30" providerId="AD" clId="Web-{62F4D54A-7341-2094-21C1-DB4FB197E593}" dt="2026-06-18T22:36:52.503" v="1148" actId="1076"/>
          <ac:spMkLst>
            <pc:docMk/>
            <pc:sldMk cId="0" sldId="263"/>
            <ac:spMk id="196" creationId="{00000000-0000-0000-0000-000000000000}"/>
          </ac:spMkLst>
        </pc:spChg>
        <pc:picChg chg="add mod">
          <ac:chgData name="Melino, Angelo" userId="S::angelo.melino@snhu.edu::e5a64982-cc84-4dc6-a8f4-d04646c2ec30" providerId="AD" clId="Web-{62F4D54A-7341-2094-21C1-DB4FB197E593}" dt="2026-06-18T22:37:46.065" v="1150" actId="1076"/>
          <ac:picMkLst>
            <pc:docMk/>
            <pc:sldMk cId="0" sldId="263"/>
            <ac:picMk id="2" creationId="{DF4606C9-F497-D6DD-3C42-493EF3612876}"/>
          </ac:picMkLst>
        </pc:picChg>
        <pc:picChg chg="add mod">
          <ac:chgData name="Melino, Angelo" userId="S::angelo.melino@snhu.edu::e5a64982-cc84-4dc6-a8f4-d04646c2ec30" providerId="AD" clId="Web-{62F4D54A-7341-2094-21C1-DB4FB197E593}" dt="2026-06-18T22:38:37.381" v="1153" actId="1076"/>
          <ac:picMkLst>
            <pc:docMk/>
            <pc:sldMk cId="0" sldId="263"/>
            <ac:picMk id="3" creationId="{B03B2B32-1443-0278-562A-18E43D8C829A}"/>
          </ac:picMkLst>
        </pc:picChg>
      </pc:sldChg>
      <pc:sldChg chg="modSp">
        <pc:chgData name="Melino, Angelo" userId="S::angelo.melino@snhu.edu::e5a64982-cc84-4dc6-a8f4-d04646c2ec30" providerId="AD" clId="Web-{62F4D54A-7341-2094-21C1-DB4FB197E593}" dt="2026-06-18T22:21:32.430" v="1014" actId="20577"/>
        <pc:sldMkLst>
          <pc:docMk/>
          <pc:sldMk cId="0" sldId="265"/>
        </pc:sldMkLst>
        <pc:spChg chg="mod">
          <ac:chgData name="Melino, Angelo" userId="S::angelo.melino@snhu.edu::e5a64982-cc84-4dc6-a8f4-d04646c2ec30" providerId="AD" clId="Web-{62F4D54A-7341-2094-21C1-DB4FB197E593}" dt="2026-06-18T22:21:32.430" v="1014" actId="20577"/>
          <ac:spMkLst>
            <pc:docMk/>
            <pc:sldMk cId="0" sldId="265"/>
            <ac:spMk id="210" creationId="{00000000-0000-0000-0000-000000000000}"/>
          </ac:spMkLst>
        </pc:spChg>
      </pc:sldChg>
      <pc:sldChg chg="modSp">
        <pc:chgData name="Melino, Angelo" userId="S::angelo.melino@snhu.edu::e5a64982-cc84-4dc6-a8f4-d04646c2ec30" providerId="AD" clId="Web-{62F4D54A-7341-2094-21C1-DB4FB197E593}" dt="2026-06-18T22:25:59.612" v="1095" actId="20577"/>
        <pc:sldMkLst>
          <pc:docMk/>
          <pc:sldMk cId="0" sldId="266"/>
        </pc:sldMkLst>
        <pc:spChg chg="mod">
          <ac:chgData name="Melino, Angelo" userId="S::angelo.melino@snhu.edu::e5a64982-cc84-4dc6-a8f4-d04646c2ec30" providerId="AD" clId="Web-{62F4D54A-7341-2094-21C1-DB4FB197E593}" dt="2026-06-18T22:25:59.612" v="1095" actId="20577"/>
          <ac:spMkLst>
            <pc:docMk/>
            <pc:sldMk cId="0" sldId="266"/>
            <ac:spMk id="217" creationId="{00000000-0000-0000-0000-000000000000}"/>
          </ac:spMkLst>
        </pc:spChg>
      </pc:sldChg>
      <pc:sldChg chg="modSp">
        <pc:chgData name="Melino, Angelo" userId="S::angelo.melino@snhu.edu::e5a64982-cc84-4dc6-a8f4-d04646c2ec30" providerId="AD" clId="Web-{62F4D54A-7341-2094-21C1-DB4FB197E593}" dt="2026-06-18T22:28:03.143" v="1123" actId="20577"/>
        <pc:sldMkLst>
          <pc:docMk/>
          <pc:sldMk cId="0" sldId="267"/>
        </pc:sldMkLst>
        <pc:spChg chg="mod">
          <ac:chgData name="Melino, Angelo" userId="S::angelo.melino@snhu.edu::e5a64982-cc84-4dc6-a8f4-d04646c2ec30" providerId="AD" clId="Web-{62F4D54A-7341-2094-21C1-DB4FB197E593}" dt="2026-06-18T22:28:03.143" v="1123" actId="20577"/>
          <ac:spMkLst>
            <pc:docMk/>
            <pc:sldMk cId="0" sldId="267"/>
            <ac:spMk id="224" creationId="{00000000-0000-0000-0000-000000000000}"/>
          </ac:spMkLst>
        </pc:spChg>
      </pc:sldChg>
      <pc:sldChg chg="modSp">
        <pc:chgData name="Melino, Angelo" userId="S::angelo.melino@snhu.edu::e5a64982-cc84-4dc6-a8f4-d04646c2ec30" providerId="AD" clId="Web-{62F4D54A-7341-2094-21C1-DB4FB197E593}" dt="2026-06-18T22:29:30.611" v="1144" actId="20577"/>
        <pc:sldMkLst>
          <pc:docMk/>
          <pc:sldMk cId="0" sldId="268"/>
        </pc:sldMkLst>
        <pc:spChg chg="mod">
          <ac:chgData name="Melino, Angelo" userId="S::angelo.melino@snhu.edu::e5a64982-cc84-4dc6-a8f4-d04646c2ec30" providerId="AD" clId="Web-{62F4D54A-7341-2094-21C1-DB4FB197E593}" dt="2026-06-18T22:29:30.611" v="1144" actId="20577"/>
          <ac:spMkLst>
            <pc:docMk/>
            <pc:sldMk cId="0" sldId="268"/>
            <ac:spMk id="231" creationId="{00000000-0000-0000-0000-000000000000}"/>
          </ac:spMkLst>
        </pc:spChg>
      </pc:sldChg>
      <pc:sldChg chg="modSp">
        <pc:chgData name="Melino, Angelo" userId="S::angelo.melino@snhu.edu::e5a64982-cc84-4dc6-a8f4-d04646c2ec30" providerId="AD" clId="Web-{62F4D54A-7341-2094-21C1-DB4FB197E593}" dt="2026-06-18T22:53:46.146" v="1338" actId="20577"/>
        <pc:sldMkLst>
          <pc:docMk/>
          <pc:sldMk cId="0" sldId="269"/>
        </pc:sldMkLst>
        <pc:spChg chg="mod">
          <ac:chgData name="Melino, Angelo" userId="S::angelo.melino@snhu.edu::e5a64982-cc84-4dc6-a8f4-d04646c2ec30" providerId="AD" clId="Web-{62F4D54A-7341-2094-21C1-DB4FB197E593}" dt="2026-06-18T22:53:46.146" v="1338" actId="20577"/>
          <ac:spMkLst>
            <pc:docMk/>
            <pc:sldMk cId="0" sldId="269"/>
            <ac:spMk id="238" creationId="{00000000-0000-0000-0000-000000000000}"/>
          </ac:spMkLst>
        </pc:spChg>
      </pc:sldChg>
      <pc:sldChg chg="addSp delSp modSp add replId">
        <pc:chgData name="Melino, Angelo" userId="S::angelo.melino@snhu.edu::e5a64982-cc84-4dc6-a8f4-d04646c2ec30" providerId="AD" clId="Web-{62F4D54A-7341-2094-21C1-DB4FB197E593}" dt="2026-06-18T22:40:48.537" v="1171" actId="1076"/>
        <pc:sldMkLst>
          <pc:docMk/>
          <pc:sldMk cId="3990998112" sldId="270"/>
        </pc:sldMkLst>
        <pc:spChg chg="mod">
          <ac:chgData name="Melino, Angelo" userId="S::angelo.melino@snhu.edu::e5a64982-cc84-4dc6-a8f4-d04646c2ec30" providerId="AD" clId="Web-{62F4D54A-7341-2094-21C1-DB4FB197E593}" dt="2026-06-18T22:39:27.678" v="1162" actId="1076"/>
          <ac:spMkLst>
            <pc:docMk/>
            <pc:sldMk cId="3990998112" sldId="270"/>
            <ac:spMk id="196" creationId="{C64E54DD-F8E9-71EC-F0C7-A4F0B3E00D75}"/>
          </ac:spMkLst>
        </pc:spChg>
        <pc:picChg chg="del">
          <ac:chgData name="Melino, Angelo" userId="S::angelo.melino@snhu.edu::e5a64982-cc84-4dc6-a8f4-d04646c2ec30" providerId="AD" clId="Web-{62F4D54A-7341-2094-21C1-DB4FB197E593}" dt="2026-06-18T22:39:29.084" v="1163"/>
          <ac:picMkLst>
            <pc:docMk/>
            <pc:sldMk cId="3990998112" sldId="270"/>
            <ac:picMk id="2" creationId="{2C59C645-25E3-174B-E17F-EFD1A199E10F}"/>
          </ac:picMkLst>
        </pc:picChg>
        <pc:picChg chg="del">
          <ac:chgData name="Melino, Angelo" userId="S::angelo.melino@snhu.edu::e5a64982-cc84-4dc6-a8f4-d04646c2ec30" providerId="AD" clId="Web-{62F4D54A-7341-2094-21C1-DB4FB197E593}" dt="2026-06-18T22:39:29.803" v="1164"/>
          <ac:picMkLst>
            <pc:docMk/>
            <pc:sldMk cId="3990998112" sldId="270"/>
            <ac:picMk id="3" creationId="{0E434C82-DB61-3ADA-47A9-888586DE7D26}"/>
          </ac:picMkLst>
        </pc:picChg>
        <pc:picChg chg="add mod">
          <ac:chgData name="Melino, Angelo" userId="S::angelo.melino@snhu.edu::e5a64982-cc84-4dc6-a8f4-d04646c2ec30" providerId="AD" clId="Web-{62F4D54A-7341-2094-21C1-DB4FB197E593}" dt="2026-06-18T22:40:48.537" v="1171" actId="1076"/>
          <ac:picMkLst>
            <pc:docMk/>
            <pc:sldMk cId="3990998112" sldId="270"/>
            <ac:picMk id="4" creationId="{3B777CBA-3189-707A-092A-7583E9953C55}"/>
          </ac:picMkLst>
        </pc:picChg>
        <pc:picChg chg="add mod">
          <ac:chgData name="Melino, Angelo" userId="S::angelo.melino@snhu.edu::e5a64982-cc84-4dc6-a8f4-d04646c2ec30" providerId="AD" clId="Web-{62F4D54A-7341-2094-21C1-DB4FB197E593}" dt="2026-06-18T22:40:45.974" v="1169" actId="1076"/>
          <ac:picMkLst>
            <pc:docMk/>
            <pc:sldMk cId="3990998112" sldId="270"/>
            <ac:picMk id="5" creationId="{84C7EE22-8664-DBC7-5777-FE33F258FF78}"/>
          </ac:picMkLst>
        </pc:picChg>
      </pc:sldChg>
      <pc:sldChg chg="new del">
        <pc:chgData name="Melino, Angelo" userId="S::angelo.melino@snhu.edu::e5a64982-cc84-4dc6-a8f4-d04646c2ec30" providerId="AD" clId="Web-{62F4D54A-7341-2094-21C1-DB4FB197E593}" dt="2026-06-18T22:38:59.287" v="1155"/>
        <pc:sldMkLst>
          <pc:docMk/>
          <pc:sldMk cId="4070059927" sldId="270"/>
        </pc:sldMkLst>
      </pc:sldChg>
      <pc:sldChg chg="addSp delSp modSp add replId">
        <pc:chgData name="Melino, Angelo" userId="S::angelo.melino@snhu.edu::e5a64982-cc84-4dc6-a8f4-d04646c2ec30" providerId="AD" clId="Web-{62F4D54A-7341-2094-21C1-DB4FB197E593}" dt="2026-06-18T22:45:40.303" v="1230" actId="1076"/>
        <pc:sldMkLst>
          <pc:docMk/>
          <pc:sldMk cId="11598277" sldId="271"/>
        </pc:sldMkLst>
        <pc:spChg chg="mod">
          <ac:chgData name="Melino, Angelo" userId="S::angelo.melino@snhu.edu::e5a64982-cc84-4dc6-a8f4-d04646c2ec30" providerId="AD" clId="Web-{62F4D54A-7341-2094-21C1-DB4FB197E593}" dt="2026-06-18T22:40:59.849" v="1173" actId="20577"/>
          <ac:spMkLst>
            <pc:docMk/>
            <pc:sldMk cId="11598277" sldId="271"/>
            <ac:spMk id="196" creationId="{469DF150-697F-3F79-2270-5F467C3281E2}"/>
          </ac:spMkLst>
        </pc:spChg>
        <pc:picChg chg="add mod">
          <ac:chgData name="Melino, Angelo" userId="S::angelo.melino@snhu.edu::e5a64982-cc84-4dc6-a8f4-d04646c2ec30" providerId="AD" clId="Web-{62F4D54A-7341-2094-21C1-DB4FB197E593}" dt="2026-06-18T22:45:40.303" v="1225" actId="1076"/>
          <ac:picMkLst>
            <pc:docMk/>
            <pc:sldMk cId="11598277" sldId="271"/>
            <ac:picMk id="2" creationId="{9872B1A1-6E21-8823-ACC9-05BC49FA2B54}"/>
          </ac:picMkLst>
        </pc:picChg>
        <pc:picChg chg="add mod">
          <ac:chgData name="Melino, Angelo" userId="S::angelo.melino@snhu.edu::e5a64982-cc84-4dc6-a8f4-d04646c2ec30" providerId="AD" clId="Web-{62F4D54A-7341-2094-21C1-DB4FB197E593}" dt="2026-06-18T22:45:40.303" v="1226" actId="1076"/>
          <ac:picMkLst>
            <pc:docMk/>
            <pc:sldMk cId="11598277" sldId="271"/>
            <ac:picMk id="3" creationId="{C5970720-7E12-BA3B-79E7-4DB9C36F1A7B}"/>
          </ac:picMkLst>
        </pc:picChg>
        <pc:picChg chg="del">
          <ac:chgData name="Melino, Angelo" userId="S::angelo.melino@snhu.edu::e5a64982-cc84-4dc6-a8f4-d04646c2ec30" providerId="AD" clId="Web-{62F4D54A-7341-2094-21C1-DB4FB197E593}" dt="2026-06-18T22:41:06.959" v="1174"/>
          <ac:picMkLst>
            <pc:docMk/>
            <pc:sldMk cId="11598277" sldId="271"/>
            <ac:picMk id="4" creationId="{9F066BD2-8905-007E-9883-2ECF12E09CCC}"/>
          </ac:picMkLst>
        </pc:picChg>
        <pc:picChg chg="del">
          <ac:chgData name="Melino, Angelo" userId="S::angelo.melino@snhu.edu::e5a64982-cc84-4dc6-a8f4-d04646c2ec30" providerId="AD" clId="Web-{62F4D54A-7341-2094-21C1-DB4FB197E593}" dt="2026-06-18T22:41:07.990" v="1175"/>
          <ac:picMkLst>
            <pc:docMk/>
            <pc:sldMk cId="11598277" sldId="271"/>
            <ac:picMk id="5" creationId="{4B81FC3D-6488-7B3E-E9A6-891680FE05D1}"/>
          </ac:picMkLst>
        </pc:picChg>
        <pc:picChg chg="add mod">
          <ac:chgData name="Melino, Angelo" userId="S::angelo.melino@snhu.edu::e5a64982-cc84-4dc6-a8f4-d04646c2ec30" providerId="AD" clId="Web-{62F4D54A-7341-2094-21C1-DB4FB197E593}" dt="2026-06-18T22:45:40.303" v="1227" actId="1076"/>
          <ac:picMkLst>
            <pc:docMk/>
            <pc:sldMk cId="11598277" sldId="271"/>
            <ac:picMk id="6" creationId="{7F91B0BE-D783-81F1-47F6-14AB3CA297E7}"/>
          </ac:picMkLst>
        </pc:picChg>
        <pc:picChg chg="add mod">
          <ac:chgData name="Melino, Angelo" userId="S::angelo.melino@snhu.edu::e5a64982-cc84-4dc6-a8f4-d04646c2ec30" providerId="AD" clId="Web-{62F4D54A-7341-2094-21C1-DB4FB197E593}" dt="2026-06-18T22:45:40.303" v="1228" actId="1076"/>
          <ac:picMkLst>
            <pc:docMk/>
            <pc:sldMk cId="11598277" sldId="271"/>
            <ac:picMk id="7" creationId="{B3E497B1-35E6-D20B-1087-5CBC8BC9D16A}"/>
          </ac:picMkLst>
        </pc:picChg>
        <pc:picChg chg="add mod">
          <ac:chgData name="Melino, Angelo" userId="S::angelo.melino@snhu.edu::e5a64982-cc84-4dc6-a8f4-d04646c2ec30" providerId="AD" clId="Web-{62F4D54A-7341-2094-21C1-DB4FB197E593}" dt="2026-06-18T22:45:40.303" v="1229" actId="1076"/>
          <ac:picMkLst>
            <pc:docMk/>
            <pc:sldMk cId="11598277" sldId="271"/>
            <ac:picMk id="8" creationId="{80E366DF-3892-1722-8BED-DB1FE31D75FC}"/>
          </ac:picMkLst>
        </pc:picChg>
        <pc:picChg chg="add mod">
          <ac:chgData name="Melino, Angelo" userId="S::angelo.melino@snhu.edu::e5a64982-cc84-4dc6-a8f4-d04646c2ec30" providerId="AD" clId="Web-{62F4D54A-7341-2094-21C1-DB4FB197E593}" dt="2026-06-18T22:45:40.303" v="1230" actId="1076"/>
          <ac:picMkLst>
            <pc:docMk/>
            <pc:sldMk cId="11598277" sldId="271"/>
            <ac:picMk id="9" creationId="{01AC6E57-AB69-BCF2-9E61-F988C79A62A4}"/>
          </ac:picMkLst>
        </pc:picChg>
      </pc:sldChg>
      <pc:sldChg chg="addSp delSp modSp add replId">
        <pc:chgData name="Melino, Angelo" userId="S::angelo.melino@snhu.edu::e5a64982-cc84-4dc6-a8f4-d04646c2ec30" providerId="AD" clId="Web-{62F4D54A-7341-2094-21C1-DB4FB197E593}" dt="2026-06-18T22:50:22.162" v="1288" actId="1076"/>
        <pc:sldMkLst>
          <pc:docMk/>
          <pc:sldMk cId="1245659467" sldId="272"/>
        </pc:sldMkLst>
        <pc:spChg chg="mod">
          <ac:chgData name="Melino, Angelo" userId="S::angelo.melino@snhu.edu::e5a64982-cc84-4dc6-a8f4-d04646c2ec30" providerId="AD" clId="Web-{62F4D54A-7341-2094-21C1-DB4FB197E593}" dt="2026-06-18T22:45:56.709" v="1238" actId="20577"/>
          <ac:spMkLst>
            <pc:docMk/>
            <pc:sldMk cId="1245659467" sldId="272"/>
            <ac:spMk id="196" creationId="{C1575359-C2AA-806E-536D-89FB5ECD2291}"/>
          </ac:spMkLst>
        </pc:spChg>
        <pc:picChg chg="del">
          <ac:chgData name="Melino, Angelo" userId="S::angelo.melino@snhu.edu::e5a64982-cc84-4dc6-a8f4-d04646c2ec30" providerId="AD" clId="Web-{62F4D54A-7341-2094-21C1-DB4FB197E593}" dt="2026-06-18T22:45:46.209" v="1232"/>
          <ac:picMkLst>
            <pc:docMk/>
            <pc:sldMk cId="1245659467" sldId="272"/>
            <ac:picMk id="2" creationId="{736E7EEE-15E5-92CA-6E33-E040B9AFB6E8}"/>
          </ac:picMkLst>
        </pc:picChg>
        <pc:picChg chg="del">
          <ac:chgData name="Melino, Angelo" userId="S::angelo.melino@snhu.edu::e5a64982-cc84-4dc6-a8f4-d04646c2ec30" providerId="AD" clId="Web-{62F4D54A-7341-2094-21C1-DB4FB197E593}" dt="2026-06-18T22:45:47.475" v="1235"/>
          <ac:picMkLst>
            <pc:docMk/>
            <pc:sldMk cId="1245659467" sldId="272"/>
            <ac:picMk id="3" creationId="{8074ACCF-5E7F-1CF2-2856-87218E620E17}"/>
          </ac:picMkLst>
        </pc:picChg>
        <pc:picChg chg="add mod">
          <ac:chgData name="Melino, Angelo" userId="S::angelo.melino@snhu.edu::e5a64982-cc84-4dc6-a8f4-d04646c2ec30" providerId="AD" clId="Web-{62F4D54A-7341-2094-21C1-DB4FB197E593}" dt="2026-06-18T22:47:51.162" v="1256" actId="1076"/>
          <ac:picMkLst>
            <pc:docMk/>
            <pc:sldMk cId="1245659467" sldId="272"/>
            <ac:picMk id="4" creationId="{1F0CD8DD-6038-60AD-ACB6-B5D3BBAA0E8B}"/>
          </ac:picMkLst>
        </pc:picChg>
        <pc:picChg chg="add mod">
          <ac:chgData name="Melino, Angelo" userId="S::angelo.melino@snhu.edu::e5a64982-cc84-4dc6-a8f4-d04646c2ec30" providerId="AD" clId="Web-{62F4D54A-7341-2094-21C1-DB4FB197E593}" dt="2026-06-18T22:47:44.881" v="1254" actId="1076"/>
          <ac:picMkLst>
            <pc:docMk/>
            <pc:sldMk cId="1245659467" sldId="272"/>
            <ac:picMk id="5" creationId="{07D1EAD5-6FCD-BD24-D5D6-CEA8F23D21BD}"/>
          </ac:picMkLst>
        </pc:picChg>
        <pc:picChg chg="del">
          <ac:chgData name="Melino, Angelo" userId="S::angelo.melino@snhu.edu::e5a64982-cc84-4dc6-a8f4-d04646c2ec30" providerId="AD" clId="Web-{62F4D54A-7341-2094-21C1-DB4FB197E593}" dt="2026-06-18T22:45:47.881" v="1236"/>
          <ac:picMkLst>
            <pc:docMk/>
            <pc:sldMk cId="1245659467" sldId="272"/>
            <ac:picMk id="6" creationId="{D1716B7D-22C6-0852-E50A-9617184B05C4}"/>
          </ac:picMkLst>
        </pc:picChg>
        <pc:picChg chg="del">
          <ac:chgData name="Melino, Angelo" userId="S::angelo.melino@snhu.edu::e5a64982-cc84-4dc6-a8f4-d04646c2ec30" providerId="AD" clId="Web-{62F4D54A-7341-2094-21C1-DB4FB197E593}" dt="2026-06-18T22:45:46.600" v="1233"/>
          <ac:picMkLst>
            <pc:docMk/>
            <pc:sldMk cId="1245659467" sldId="272"/>
            <ac:picMk id="7" creationId="{8FF347F2-956B-A78E-E15F-781369917E2D}"/>
          </ac:picMkLst>
        </pc:picChg>
        <pc:picChg chg="del">
          <ac:chgData name="Melino, Angelo" userId="S::angelo.melino@snhu.edu::e5a64982-cc84-4dc6-a8f4-d04646c2ec30" providerId="AD" clId="Web-{62F4D54A-7341-2094-21C1-DB4FB197E593}" dt="2026-06-18T22:45:47.084" v="1234"/>
          <ac:picMkLst>
            <pc:docMk/>
            <pc:sldMk cId="1245659467" sldId="272"/>
            <ac:picMk id="8" creationId="{4F083BAD-8E7C-12D2-1764-405EDF345722}"/>
          </ac:picMkLst>
        </pc:picChg>
        <pc:picChg chg="del">
          <ac:chgData name="Melino, Angelo" userId="S::angelo.melino@snhu.edu::e5a64982-cc84-4dc6-a8f4-d04646c2ec30" providerId="AD" clId="Web-{62F4D54A-7341-2094-21C1-DB4FB197E593}" dt="2026-06-18T22:45:48.209" v="1237"/>
          <ac:picMkLst>
            <pc:docMk/>
            <pc:sldMk cId="1245659467" sldId="272"/>
            <ac:picMk id="9" creationId="{CB38D61B-B80A-11B3-62D3-B07535E0A698}"/>
          </ac:picMkLst>
        </pc:picChg>
        <pc:picChg chg="add mod">
          <ac:chgData name="Melino, Angelo" userId="S::angelo.melino@snhu.edu::e5a64982-cc84-4dc6-a8f4-d04646c2ec30" providerId="AD" clId="Web-{62F4D54A-7341-2094-21C1-DB4FB197E593}" dt="2026-06-18T22:47:47.881" v="1255" actId="1076"/>
          <ac:picMkLst>
            <pc:docMk/>
            <pc:sldMk cId="1245659467" sldId="272"/>
            <ac:picMk id="10" creationId="{D96458DF-F3DA-8AF9-9FAF-2B4F3BA1FD0E}"/>
          </ac:picMkLst>
        </pc:picChg>
        <pc:picChg chg="add mod">
          <ac:chgData name="Melino, Angelo" userId="S::angelo.melino@snhu.edu::e5a64982-cc84-4dc6-a8f4-d04646c2ec30" providerId="AD" clId="Web-{62F4D54A-7341-2094-21C1-DB4FB197E593}" dt="2026-06-18T22:50:20.209" v="1287" actId="1076"/>
          <ac:picMkLst>
            <pc:docMk/>
            <pc:sldMk cId="1245659467" sldId="272"/>
            <ac:picMk id="11" creationId="{DE945233-68CB-6E75-648E-6A21F816D4B8}"/>
          </ac:picMkLst>
        </pc:picChg>
        <pc:picChg chg="add mod">
          <ac:chgData name="Melino, Angelo" userId="S::angelo.melino@snhu.edu::e5a64982-cc84-4dc6-a8f4-d04646c2ec30" providerId="AD" clId="Web-{62F4D54A-7341-2094-21C1-DB4FB197E593}" dt="2026-06-18T22:50:18.896" v="1286" actId="1076"/>
          <ac:picMkLst>
            <pc:docMk/>
            <pc:sldMk cId="1245659467" sldId="272"/>
            <ac:picMk id="12" creationId="{4C5827D6-4D7E-7F70-8E04-5E9EF849D22A}"/>
          </ac:picMkLst>
        </pc:picChg>
        <pc:picChg chg="add mod">
          <ac:chgData name="Melino, Angelo" userId="S::angelo.melino@snhu.edu::e5a64982-cc84-4dc6-a8f4-d04646c2ec30" providerId="AD" clId="Web-{62F4D54A-7341-2094-21C1-DB4FB197E593}" dt="2026-06-18T22:50:22.162" v="1288" actId="1076"/>
          <ac:picMkLst>
            <pc:docMk/>
            <pc:sldMk cId="1245659467" sldId="272"/>
            <ac:picMk id="13" creationId="{3F244590-166E-7AEA-05E4-B7D32E1281D1}"/>
          </ac:picMkLst>
        </pc:picChg>
      </pc:sldChg>
      <pc:sldChg chg="addSp delSp modSp add replId">
        <pc:chgData name="Melino, Angelo" userId="S::angelo.melino@snhu.edu::e5a64982-cc84-4dc6-a8f4-d04646c2ec30" providerId="AD" clId="Web-{62F4D54A-7341-2094-21C1-DB4FB197E593}" dt="2026-06-18T22:52:39.990" v="1326" actId="1076"/>
        <pc:sldMkLst>
          <pc:docMk/>
          <pc:sldMk cId="560642289" sldId="273"/>
        </pc:sldMkLst>
        <pc:spChg chg="mod">
          <ac:chgData name="Melino, Angelo" userId="S::angelo.melino@snhu.edu::e5a64982-cc84-4dc6-a8f4-d04646c2ec30" providerId="AD" clId="Web-{62F4D54A-7341-2094-21C1-DB4FB197E593}" dt="2026-06-18T22:49:27.318" v="1270" actId="20577"/>
          <ac:spMkLst>
            <pc:docMk/>
            <pc:sldMk cId="560642289" sldId="273"/>
            <ac:spMk id="196" creationId="{52A21333-9C91-7F38-DD1E-667E415E0817}"/>
          </ac:spMkLst>
        </pc:spChg>
        <pc:picChg chg="add mod">
          <ac:chgData name="Melino, Angelo" userId="S::angelo.melino@snhu.edu::e5a64982-cc84-4dc6-a8f4-d04646c2ec30" providerId="AD" clId="Web-{62F4D54A-7341-2094-21C1-DB4FB197E593}" dt="2026-06-18T22:51:22.537" v="1316" actId="1076"/>
          <ac:picMkLst>
            <pc:docMk/>
            <pc:sldMk cId="560642289" sldId="273"/>
            <ac:picMk id="2" creationId="{17361C77-CA70-61EF-8263-A9DAA289D561}"/>
          </ac:picMkLst>
        </pc:picChg>
        <pc:picChg chg="add mod">
          <ac:chgData name="Melino, Angelo" userId="S::angelo.melino@snhu.edu::e5a64982-cc84-4dc6-a8f4-d04646c2ec30" providerId="AD" clId="Web-{62F4D54A-7341-2094-21C1-DB4FB197E593}" dt="2026-06-18T22:51:47.724" v="1320" actId="1076"/>
          <ac:picMkLst>
            <pc:docMk/>
            <pc:sldMk cId="560642289" sldId="273"/>
            <ac:picMk id="3" creationId="{AA6ECFB8-4607-971D-6312-C8F9EAA36E15}"/>
          </ac:picMkLst>
        </pc:picChg>
        <pc:picChg chg="del mod">
          <ac:chgData name="Melino, Angelo" userId="S::angelo.melino@snhu.edu::e5a64982-cc84-4dc6-a8f4-d04646c2ec30" providerId="AD" clId="Web-{62F4D54A-7341-2094-21C1-DB4FB197E593}" dt="2026-06-18T22:50:50.756" v="1307"/>
          <ac:picMkLst>
            <pc:docMk/>
            <pc:sldMk cId="560642289" sldId="273"/>
            <ac:picMk id="4" creationId="{315064C8-AD7A-3F11-4558-AE5FDDDABF2F}"/>
          </ac:picMkLst>
        </pc:picChg>
        <pc:picChg chg="del mod">
          <ac:chgData name="Melino, Angelo" userId="S::angelo.melino@snhu.edu::e5a64982-cc84-4dc6-a8f4-d04646c2ec30" providerId="AD" clId="Web-{62F4D54A-7341-2094-21C1-DB4FB197E593}" dt="2026-06-18T22:50:51.631" v="1310"/>
          <ac:picMkLst>
            <pc:docMk/>
            <pc:sldMk cId="560642289" sldId="273"/>
            <ac:picMk id="5" creationId="{3336B8B5-483E-D015-61D7-BE812178F95D}"/>
          </ac:picMkLst>
        </pc:picChg>
        <pc:picChg chg="add mod">
          <ac:chgData name="Melino, Angelo" userId="S::angelo.melino@snhu.edu::e5a64982-cc84-4dc6-a8f4-d04646c2ec30" providerId="AD" clId="Web-{62F4D54A-7341-2094-21C1-DB4FB197E593}" dt="2026-06-18T22:52:02.771" v="1323" actId="1076"/>
          <ac:picMkLst>
            <pc:docMk/>
            <pc:sldMk cId="560642289" sldId="273"/>
            <ac:picMk id="6" creationId="{A05D8E8C-71C6-EA85-E1B5-F1A2AD03E0E9}"/>
          </ac:picMkLst>
        </pc:picChg>
        <pc:picChg chg="add mod">
          <ac:chgData name="Melino, Angelo" userId="S::angelo.melino@snhu.edu::e5a64982-cc84-4dc6-a8f4-d04646c2ec30" providerId="AD" clId="Web-{62F4D54A-7341-2094-21C1-DB4FB197E593}" dt="2026-06-18T22:52:39.990" v="1326" actId="1076"/>
          <ac:picMkLst>
            <pc:docMk/>
            <pc:sldMk cId="560642289" sldId="273"/>
            <ac:picMk id="7" creationId="{3809AF13-6FCA-E36E-9A97-98D8FFE930D5}"/>
          </ac:picMkLst>
        </pc:picChg>
        <pc:picChg chg="del mod">
          <ac:chgData name="Melino, Angelo" userId="S::angelo.melino@snhu.edu::e5a64982-cc84-4dc6-a8f4-d04646c2ec30" providerId="AD" clId="Web-{62F4D54A-7341-2094-21C1-DB4FB197E593}" dt="2026-06-18T22:50:52.193" v="1312"/>
          <ac:picMkLst>
            <pc:docMk/>
            <pc:sldMk cId="560642289" sldId="273"/>
            <ac:picMk id="10" creationId="{3C55F53E-C92E-030E-3B96-4D918C8FA640}"/>
          </ac:picMkLst>
        </pc:picChg>
        <pc:picChg chg="del mod">
          <ac:chgData name="Melino, Angelo" userId="S::angelo.melino@snhu.edu::e5a64982-cc84-4dc6-a8f4-d04646c2ec30" providerId="AD" clId="Web-{62F4D54A-7341-2094-21C1-DB4FB197E593}" dt="2026-06-18T22:50:51.224" v="1308"/>
          <ac:picMkLst>
            <pc:docMk/>
            <pc:sldMk cId="560642289" sldId="273"/>
            <ac:picMk id="11" creationId="{FB61A573-3EA3-DC17-2468-E2C76DB96FB7}"/>
          </ac:picMkLst>
        </pc:picChg>
        <pc:picChg chg="del mod">
          <ac:chgData name="Melino, Angelo" userId="S::angelo.melino@snhu.edu::e5a64982-cc84-4dc6-a8f4-d04646c2ec30" providerId="AD" clId="Web-{62F4D54A-7341-2094-21C1-DB4FB197E593}" dt="2026-06-18T22:50:51.849" v="1311"/>
          <ac:picMkLst>
            <pc:docMk/>
            <pc:sldMk cId="560642289" sldId="273"/>
            <ac:picMk id="12" creationId="{8C1452BE-897A-E855-0230-E2624D0724F6}"/>
          </ac:picMkLst>
        </pc:picChg>
        <pc:picChg chg="del mod">
          <ac:chgData name="Melino, Angelo" userId="S::angelo.melino@snhu.edu::e5a64982-cc84-4dc6-a8f4-d04646c2ec30" providerId="AD" clId="Web-{62F4D54A-7341-2094-21C1-DB4FB197E593}" dt="2026-06-18T22:50:52.724" v="1313"/>
          <ac:picMkLst>
            <pc:docMk/>
            <pc:sldMk cId="560642289" sldId="273"/>
            <ac:picMk id="13" creationId="{425F5712-A999-8FFA-9448-CEEE502FB3F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99316220-E986-1D87-A47F-CE0A0B00991F}"/>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452A3E69-D9DC-CDA9-4590-8AC609F5D4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CA25C867-FF1B-7010-3561-83C52EABF4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208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59859857-0FC3-AAD2-60E5-3CA0DE9B1703}"/>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6E5DB4AF-8BA1-6435-E4B0-B141D6C83C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54CA76B6-D5F7-48AC-87CF-D0CD0A9944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61306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8827D8F-CAFF-9ADA-1C34-E097346A73A8}"/>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103A52CD-9C53-7E2E-9006-C9CBA0E3A7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0CED8EB8-1F45-C6D9-17F9-C22E9B906C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5504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35E64B89-6EFA-D8A1-4655-FC61E38B4B8E}"/>
            </a:ext>
          </a:extLst>
        </p:cNvPr>
        <p:cNvGrpSpPr/>
        <p:nvPr/>
      </p:nvGrpSpPr>
      <p:grpSpPr>
        <a:xfrm>
          <a:off x="0" y="0"/>
          <a:ext cx="0" cy="0"/>
          <a:chOff x="0" y="0"/>
          <a:chExt cx="0" cy="0"/>
        </a:xfrm>
      </p:grpSpPr>
      <p:sp>
        <p:nvSpPr>
          <p:cNvPr id="192" name="Google Shape;192;g9504e29505_0_0:notes">
            <a:extLst>
              <a:ext uri="{FF2B5EF4-FFF2-40B4-BE49-F238E27FC236}">
                <a16:creationId xmlns:a16="http://schemas.microsoft.com/office/drawing/2014/main" id="{ED16C1F4-DD1C-45C3-4B98-2A5B855BA2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a:extLst>
              <a:ext uri="{FF2B5EF4-FFF2-40B4-BE49-F238E27FC236}">
                <a16:creationId xmlns:a16="http://schemas.microsoft.com/office/drawing/2014/main" id="{0075D49E-463A-E964-5279-5247366900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28154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10.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3.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11.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3.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12.xml"/><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3.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hyperlink" Target="https://cheatsheetseries.owasp.org/cheatsheets/Query_Parameterization_Cheat_Sheet.html" TargetMode="External"/><Relationship Id="rId3" Type="http://schemas.openxmlformats.org/officeDocument/2006/relationships/notesSlide" Target="../notesSlides/notesSlide18.xml"/><Relationship Id="rId7" Type="http://schemas.openxmlformats.org/officeDocument/2006/relationships/hyperlink" Target="https://cheatsheetseries.owasp.org/cheatsheets/SQL_Injection_Prevention_Cheat_Sheet.html" TargetMode="Externa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hyperlink" Target="https://csrc.nist.gov/pubs/sp/800/53/r5/upd1/final" TargetMode="External"/><Relationship Id="rId5" Type="http://schemas.openxmlformats.org/officeDocument/2006/relationships/hyperlink" Target="https://learn.microsoft.com/en-us/visualstudio/test/writing-unit-tests-for-c-cpp" TargetMode="External"/><Relationship Id="rId4" Type="http://schemas.openxmlformats.org/officeDocument/2006/relationships/hyperlink" Target="https://www.sei.cmu.edu/library/sei-cert-c-and-c-coding-standards/" TargetMode="External"/><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a:t>Security Policy Presentation</a:t>
            </a:r>
            <a:endParaRPr/>
          </a:p>
          <a:p>
            <a:pPr marL="0" indent="0">
              <a:lnSpc>
                <a:spcPct val="70000"/>
              </a:lnSpc>
              <a:buSzPts val="1850"/>
            </a:pPr>
            <a:r>
              <a:rPr lang="en-US" sz="1850"/>
              <a:t>Developer: </a:t>
            </a:r>
            <a:r>
              <a:rPr lang="en-US" sz="1850" i="1"/>
              <a:t>Angelo Melino</a:t>
            </a:r>
            <a:endParaRPr/>
          </a:p>
          <a:p>
            <a:pPr marL="0" lvl="0" indent="0" algn="l" rtl="0">
              <a:lnSpc>
                <a:spcPct val="70000"/>
              </a:lnSpc>
              <a:spcBef>
                <a:spcPts val="1000"/>
              </a:spcBef>
              <a:spcAft>
                <a:spcPts val="0"/>
              </a:spcAft>
              <a:buClr>
                <a:schemeClr val="lt1"/>
              </a:buClr>
              <a:buSzPts val="1850"/>
              <a:buNone/>
            </a:pPr>
            <a:endParaRPr sz="1850" i="1"/>
          </a:p>
          <a:p>
            <a:pPr marL="0" lvl="0" indent="0" algn="l" rtl="0">
              <a:lnSpc>
                <a:spcPct val="70000"/>
              </a:lnSpc>
              <a:spcBef>
                <a:spcPts val="1000"/>
              </a:spcBef>
              <a:spcAft>
                <a:spcPts val="0"/>
              </a:spcAft>
              <a:buSzPts val="1850"/>
              <a:buNone/>
            </a:pPr>
            <a:endParaRPr lang="en-US"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4749220" y="1877225"/>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3" name="Text Placeholder 2">
            <a:extLst>
              <a:ext uri="{FF2B5EF4-FFF2-40B4-BE49-F238E27FC236}">
                <a16:creationId xmlns:a16="http://schemas.microsoft.com/office/drawing/2014/main" id="{CEA3E8B5-6190-434A-E810-5E7D33EFAA7F}"/>
              </a:ext>
            </a:extLst>
          </p:cNvPr>
          <p:cNvSpPr>
            <a:spLocks noGrp="1"/>
          </p:cNvSpPr>
          <p:nvPr>
            <p:ph type="body" idx="1"/>
          </p:nvPr>
        </p:nvSpPr>
        <p:spPr>
          <a:xfrm>
            <a:off x="421037" y="2142900"/>
            <a:ext cx="4194874" cy="3262124"/>
          </a:xfrm>
        </p:spPr>
        <p:txBody>
          <a:bodyPr spcFirstLastPara="1" wrap="square" lIns="91425" tIns="45700" rIns="91425" bIns="45700" anchor="t" anchorCtr="0">
            <a:noAutofit/>
          </a:bodyPr>
          <a:lstStyle/>
          <a:p>
            <a:pPr marL="114300" indent="0">
              <a:buNone/>
            </a:pPr>
            <a:r>
              <a:rPr lang="en-US" sz="1600"/>
              <a:t>The Green Pace security policy makes secure coding expectations clear, consistent, and repeatable as the development team grows.</a:t>
            </a:r>
          </a:p>
          <a:p>
            <a:pPr marL="114300" indent="0">
              <a:buNone/>
            </a:pPr>
            <a:r>
              <a:rPr lang="en-US" sz="1600"/>
              <a:t>It standardizes:</a:t>
            </a:r>
          </a:p>
          <a:p>
            <a:r>
              <a:rPr lang="en-US" sz="1600"/>
              <a:t>• Secure coding principles</a:t>
            </a:r>
          </a:p>
          <a:p>
            <a:r>
              <a:rPr lang="en-US" sz="1600"/>
              <a:t>• C/C++ coding standards</a:t>
            </a:r>
          </a:p>
          <a:p>
            <a:r>
              <a:rPr lang="en-US" sz="1600"/>
              <a:t>• Encryption expectations</a:t>
            </a:r>
          </a:p>
          <a:p>
            <a:r>
              <a:rPr lang="en-US" sz="1600"/>
              <a:t>• Triple-A controls</a:t>
            </a:r>
          </a:p>
          <a:p>
            <a:r>
              <a:rPr lang="en-US" sz="1600"/>
              <a:t>• Automation practices</a:t>
            </a:r>
          </a:p>
          <a:p>
            <a:pPr marL="114300" indent="0">
              <a:buNone/>
            </a:pPr>
            <a:endParaRPr lang="en-US" sz="1400" dirty="0"/>
          </a:p>
          <a:p>
            <a:endParaRPr lang="en-US" sz="1400" dirty="0"/>
          </a:p>
          <a:p>
            <a:endParaRPr lang="en-US" sz="1400"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214394" y="2052483"/>
            <a:ext cx="2679829" cy="4586013"/>
          </a:xfrm>
          <a:prstGeom prst="rect">
            <a:avLst/>
          </a:prstGeom>
          <a:noFill/>
          <a:ln>
            <a:noFill/>
          </a:ln>
        </p:spPr>
        <p:txBody>
          <a:bodyPr spcFirstLastPara="1" wrap="square" lIns="91425" tIns="45700" rIns="91425" bIns="45700" anchor="t" anchorCtr="0">
            <a:noAutofit/>
          </a:bodyPr>
          <a:lstStyle/>
          <a:p>
            <a:pPr>
              <a:buNone/>
            </a:pPr>
            <a:r>
              <a:rPr lang="en-US" sz="1600">
                <a:solidFill>
                  <a:srgbClr val="FFFFFF"/>
                </a:solidFill>
              </a:rPr>
              <a:t>Highest-priority risks:</a:t>
            </a:r>
            <a:endParaRPr lang="en-US" sz="1600"/>
          </a:p>
          <a:p>
            <a:pPr marL="114300" indent="0">
              <a:buNone/>
            </a:pPr>
            <a:r>
              <a:rPr lang="en-US" sz="1600">
                <a:solidFill>
                  <a:srgbClr val="FFFFFF"/>
                </a:solidFill>
              </a:rPr>
              <a:t>•High severity and likely to occur</a:t>
            </a:r>
            <a:endParaRPr lang="en-US" sz="1600" dirty="0">
              <a:solidFill>
                <a:srgbClr val="FFFFFF"/>
              </a:solidFill>
            </a:endParaRPr>
          </a:p>
          <a:p>
            <a:pPr marL="114300" indent="0">
              <a:buNone/>
            </a:pPr>
            <a:br>
              <a:rPr lang="en-US" sz="1600" dirty="0"/>
            </a:br>
            <a:r>
              <a:rPr lang="en-US" sz="1600" dirty="0">
                <a:solidFill>
                  <a:srgbClr val="FFFFFF"/>
                </a:solidFill>
              </a:rPr>
              <a:t> • Can cause memory corruption, SQL exposure, </a:t>
            </a:r>
            <a:r>
              <a:rPr lang="en-US" sz="1600">
                <a:solidFill>
                  <a:srgbClr val="FFFFFF"/>
                </a:solidFill>
              </a:rPr>
              <a:t>or invalid memory access</a:t>
            </a:r>
            <a:endParaRPr lang="en-US" sz="1600" dirty="0">
              <a:solidFill>
                <a:srgbClr val="FFFFFF"/>
              </a:solidFill>
            </a:endParaRPr>
          </a:p>
          <a:p>
            <a:pPr marL="114300" indent="0">
              <a:buNone/>
            </a:pPr>
            <a:br>
              <a:rPr lang="en-US" sz="1600" dirty="0"/>
            </a:br>
            <a:r>
              <a:rPr lang="en-US" sz="1600" dirty="0">
                <a:solidFill>
                  <a:srgbClr val="FFFFFF"/>
                </a:solidFill>
              </a:rPr>
              <a:t> • Includes string errors, SQL injection, and memory </a:t>
            </a:r>
            <a:r>
              <a:rPr lang="en-US" sz="1600">
                <a:solidFill>
                  <a:srgbClr val="FFFFFF"/>
                </a:solidFill>
              </a:rPr>
              <a:t>protection issues</a:t>
            </a:r>
            <a:endParaRPr lang="en-US" sz="1600" dirty="0">
              <a:solidFill>
                <a:srgbClr val="FFFFFF"/>
              </a:solidFill>
            </a:endParaRPr>
          </a:p>
          <a:p>
            <a:pPr marL="114300" indent="0">
              <a:buNone/>
            </a:pPr>
            <a:br>
              <a:rPr lang="en-US" sz="1600" dirty="0"/>
            </a:br>
            <a:r>
              <a:rPr lang="en-US" sz="1600" dirty="0">
                <a:solidFill>
                  <a:srgbClr val="FFFFFF"/>
                </a:solidFill>
              </a:rPr>
              <a:t> • Should be fixed first because they create the greatest system risk</a:t>
            </a:r>
            <a:endParaRPr lang="en-US" sz="1600"/>
          </a:p>
          <a:p>
            <a:pPr marL="228600" indent="0">
              <a:lnSpc>
                <a:spcPct val="107915"/>
              </a:lnSpc>
              <a:spcBef>
                <a:spcPts val="0"/>
              </a:spcBef>
              <a:buNone/>
            </a:pPr>
            <a:endParaRPr lang="en-US" sz="1400" dirty="0"/>
          </a:p>
          <a:p>
            <a:pPr marL="228600" lvl="0" indent="-88900" algn="l" rtl="0">
              <a:lnSpc>
                <a:spcPct val="90000"/>
              </a:lnSpc>
              <a:spcBef>
                <a:spcPts val="1000"/>
              </a:spcBef>
              <a:spcAft>
                <a:spcPts val="0"/>
              </a:spcAft>
              <a:buClr>
                <a:schemeClr val="lt1"/>
              </a:buClr>
              <a:buSzPts val="2200"/>
              <a:buNone/>
            </a:pPr>
            <a:endParaRPr sz="1400" dirty="0"/>
          </a:p>
        </p:txBody>
      </p:sp>
      <p:graphicFrame>
        <p:nvGraphicFramePr>
          <p:cNvPr id="161" name="Google Shape;161;p4" descr="Alt text required"/>
          <p:cNvGraphicFramePr/>
          <p:nvPr>
            <p:extLst>
              <p:ext uri="{D42A27DB-BD31-4B8C-83A1-F6EECF244321}">
                <p14:modId xmlns:p14="http://schemas.microsoft.com/office/powerpoint/2010/main" val="2934833012"/>
              </p:ext>
            </p:extLst>
          </p:nvPr>
        </p:nvGraphicFramePr>
        <p:xfrm>
          <a:off x="3171900" y="2561050"/>
          <a:ext cx="7835225" cy="3567615"/>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b="1" u="none" strike="noStrike" cap="none" dirty="0">
                          <a:solidFill>
                            <a:schemeClr val="tx1"/>
                          </a:solidFill>
                        </a:rPr>
                        <a:t>Likely</a:t>
                      </a:r>
                      <a:endParaRPr sz="1400" b="1" u="none" strike="noStrike" cap="none">
                        <a:solidFill>
                          <a:schemeClr val="tx1"/>
                        </a:solidFill>
                      </a:endParaRPr>
                    </a:p>
                    <a:p>
                      <a:pPr marL="28575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STD-001-CPP - Data Type</a:t>
                      </a:r>
                      <a:endParaRPr lang="en-US" sz="1600">
                        <a:solidFill>
                          <a:schemeClr val="tx1"/>
                        </a:solidFill>
                      </a:endParaRPr>
                    </a:p>
                    <a:p>
                      <a:pPr marL="28575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STD-002-CPP - Data Value</a:t>
                      </a:r>
                      <a:endParaRPr lang="en-US" sz="1600">
                        <a:solidFill>
                          <a:schemeClr val="tx1"/>
                        </a:solidFill>
                      </a:endParaRPr>
                    </a:p>
                    <a:p>
                      <a:pPr marL="28575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STD-006-CPP - Assertions</a:t>
                      </a:r>
                      <a:endParaRPr lang="en-US" sz="1600">
                        <a:solidFill>
                          <a:schemeClr val="tx1"/>
                        </a:solidFill>
                      </a:endParaRPr>
                    </a:p>
                    <a:p>
                      <a:pPr marL="285750" marR="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STD-010-CPP - Error Handling</a:t>
                      </a:r>
                      <a:endParaRPr sz="160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b="1" u="none" strike="noStrike" cap="none" dirty="0">
                          <a:solidFill>
                            <a:schemeClr val="tx1"/>
                          </a:solidFill>
                        </a:rPr>
                        <a:t>Priority</a:t>
                      </a:r>
                      <a:endParaRPr sz="1400" b="1" u="none" strike="noStrike" cap="none">
                        <a:solidFill>
                          <a:schemeClr val="tx1"/>
                        </a:solidFill>
                      </a:endParaRPr>
                    </a:p>
                    <a:p>
                      <a:pPr marL="28575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STD-003-CPP - String Correctness</a:t>
                      </a:r>
                      <a:endParaRPr lang="en-US" sz="1600">
                        <a:solidFill>
                          <a:schemeClr val="tx1"/>
                        </a:solidFill>
                      </a:endParaRPr>
                    </a:p>
                    <a:p>
                      <a:pPr marL="28575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STD-004-CPP - SQL Injection</a:t>
                      </a:r>
                      <a:endParaRPr lang="en-US" sz="1600">
                        <a:solidFill>
                          <a:schemeClr val="tx1"/>
                        </a:solidFill>
                      </a:endParaRPr>
                    </a:p>
                    <a:p>
                      <a:pPr marL="285750" marR="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STD-005-CPP - Memory Protection</a:t>
                      </a:r>
                      <a:endParaRPr sz="160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b="1" u="none" strike="noStrike" cap="none">
                          <a:solidFill>
                            <a:schemeClr val="tx1"/>
                          </a:solidFill>
                        </a:rPr>
                        <a:t>Low priority</a:t>
                      </a:r>
                      <a:endParaRPr sz="1400" b="1" u="none" strike="noStrike" cap="none">
                        <a:solidFill>
                          <a:schemeClr val="tx1"/>
                        </a:solidFill>
                      </a:endParaRPr>
                    </a:p>
                    <a:p>
                      <a:pPr marL="285750" marR="0" lvl="0" indent="-285750" algn="l">
                        <a:lnSpc>
                          <a:spcPct val="100000"/>
                        </a:lnSpc>
                        <a:spcBef>
                          <a:spcPts val="0"/>
                        </a:spcBef>
                        <a:spcAft>
                          <a:spcPts val="0"/>
                        </a:spcAft>
                        <a:buFont typeface="Arial"/>
                        <a:buChar char="•"/>
                      </a:pPr>
                      <a:r>
                        <a:rPr lang="en-US" sz="1600" b="0" i="0" u="none" strike="noStrike" cap="none" noProof="0">
                          <a:solidFill>
                            <a:schemeClr val="tx1"/>
                          </a:solidFill>
                          <a:latin typeface="Arial"/>
                          <a:cs typeface="Arial"/>
                        </a:rPr>
                        <a:t>STD-007-CPP - Exceptions</a:t>
                      </a:r>
                      <a:endParaRPr sz="1600">
                        <a:solidFill>
                          <a:schemeClr val="tx1"/>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b="1" u="none" strike="noStrike" cap="none" dirty="0">
                          <a:solidFill>
                            <a:schemeClr val="tx1"/>
                          </a:solidFill>
                        </a:rPr>
                        <a:t>Unlikely</a:t>
                      </a:r>
                      <a:endParaRPr sz="3600" b="1" u="none" strike="noStrike" cap="none">
                        <a:solidFill>
                          <a:schemeClr val="tx1"/>
                        </a:solidFill>
                      </a:endParaRPr>
                    </a:p>
                    <a:p>
                      <a:pPr marL="0" marR="0" lvl="0" indent="0" algn="ctr">
                        <a:lnSpc>
                          <a:spcPct val="100000"/>
                        </a:lnSpc>
                        <a:spcBef>
                          <a:spcPts val="0"/>
                        </a:spcBef>
                        <a:spcAft>
                          <a:spcPts val="0"/>
                        </a:spcAft>
                        <a:buNone/>
                      </a:pPr>
                      <a:r>
                        <a:rPr lang="en-US" sz="1400" b="0" i="1" u="none" strike="noStrike" cap="none" noProof="0" dirty="0">
                          <a:solidFill>
                            <a:schemeClr val="tx1"/>
                          </a:solidFill>
                          <a:latin typeface="Arial"/>
                          <a:cs typeface="Arial"/>
                        </a:rPr>
                        <a:t>No standard should be ignored as unlikely. Green Pace should assume that vulnerabilities are possible unless proven otherwise through review, testing, and </a:t>
                      </a:r>
                      <a:r>
                        <a:rPr lang="en-US" sz="1400" b="0" i="1" u="none" strike="noStrike" cap="none" noProof="0">
                          <a:solidFill>
                            <a:schemeClr val="tx1"/>
                          </a:solidFill>
                          <a:latin typeface="Arial"/>
                          <a:cs typeface="Arial"/>
                        </a:rPr>
                        <a:t>automation.</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5408909" cy="3901430"/>
          </a:xfrm>
          <a:prstGeom prst="rect">
            <a:avLst/>
          </a:prstGeom>
          <a:noFill/>
          <a:ln>
            <a:noFill/>
          </a:ln>
        </p:spPr>
        <p:txBody>
          <a:bodyPr spcFirstLastPara="1" wrap="square" lIns="91425" tIns="45700" rIns="91425" bIns="45700" anchor="t" anchorCtr="0">
            <a:noAutofit/>
          </a:bodyPr>
          <a:lstStyle/>
          <a:p>
            <a:pPr>
              <a:buSzPts val="2200"/>
              <a:buAutoNum type="arabicPeriod"/>
            </a:pPr>
            <a:r>
              <a:rPr lang="en-US" sz="1400"/>
              <a:t>Validate Input Data:</a:t>
            </a:r>
            <a:endParaRPr lang="en-US"/>
          </a:p>
          <a:p>
            <a:pPr lvl="1">
              <a:buSzPts val="2200"/>
            </a:pPr>
            <a:r>
              <a:rPr lang="en-US" sz="1400"/>
              <a:t>Applies to STD-001-CPP, STD-002-CPP, STD-003-CPP, STD-004-CPP, STD-006-CPP, STD-008-CPP, and STD-009-CPP.</a:t>
            </a:r>
          </a:p>
          <a:p>
            <a:pPr marL="114300" indent="0">
              <a:buSzPts val="2200"/>
              <a:buNone/>
            </a:pPr>
            <a:r>
              <a:rPr lang="en-US" sz="1400"/>
              <a:t>2. Heed Compiler Warnings:</a:t>
            </a:r>
          </a:p>
          <a:p>
            <a:pPr lvl="1">
              <a:buSzPts val="2200"/>
            </a:pPr>
            <a:r>
              <a:rPr lang="en-US" sz="1400"/>
              <a:t>Applies to STD-001-CPP and STD-009-CPP.</a:t>
            </a:r>
          </a:p>
          <a:p>
            <a:pPr marL="114300" indent="0">
              <a:buSzPts val="2200"/>
              <a:buNone/>
            </a:pPr>
            <a:r>
              <a:rPr lang="en-US" sz="1400"/>
              <a:t>3. Architect and Design for Security Policies:</a:t>
            </a:r>
          </a:p>
          <a:p>
            <a:pPr lvl="1">
              <a:buSzPts val="2200"/>
            </a:pPr>
            <a:r>
              <a:rPr lang="en-US" sz="1400"/>
              <a:t>Applies to STD-007-CPP and STD-010-CPP.</a:t>
            </a:r>
          </a:p>
          <a:p>
            <a:pPr marL="114300" indent="0">
              <a:buSzPts val="2200"/>
              <a:buNone/>
            </a:pPr>
            <a:r>
              <a:rPr lang="en-US" sz="1400"/>
              <a:t>4. Keep It Simple:</a:t>
            </a:r>
          </a:p>
          <a:p>
            <a:pPr lvl="1">
              <a:buSzPts val="2200"/>
            </a:pPr>
            <a:r>
              <a:rPr lang="en-US" sz="1400"/>
              <a:t>Applies to STD-003-CPP, STD-005-CPP, and STD-007-CPP.</a:t>
            </a:r>
          </a:p>
          <a:p>
            <a:pPr marL="114300" indent="0">
              <a:buSzPts val="2200"/>
              <a:buNone/>
            </a:pPr>
            <a:r>
              <a:rPr lang="en-US" sz="1400"/>
              <a:t>5. Default Deny:</a:t>
            </a:r>
          </a:p>
          <a:p>
            <a:pPr lvl="1">
              <a:buSzPts val="2200"/>
            </a:pPr>
            <a:r>
              <a:rPr lang="en-US" sz="1400"/>
              <a:t>Applies to STD-002-CPP, STD-003-CPP, STD-004-CPP, STD-006-CPP, STD-008-CPP, STD-009-CPP, and STD-010-CPP.</a:t>
            </a:r>
          </a:p>
          <a:p>
            <a:pPr>
              <a:buSzPts val="2200"/>
              <a:buAutoNum type="arabicPeriod"/>
            </a:pPr>
            <a:endParaRPr lang="en-US" dirty="0"/>
          </a:p>
          <a:p>
            <a:pPr marL="228600" lvl="0" indent="-228600" algn="l">
              <a:lnSpc>
                <a:spcPct val="90000"/>
              </a:lnSpc>
              <a:spcBef>
                <a:spcPts val="0"/>
              </a:spcBef>
              <a:spcAft>
                <a:spcPts val="0"/>
              </a:spcAft>
              <a:buClr>
                <a:schemeClr val="lt1"/>
              </a:buClr>
              <a:buSzPts val="2200"/>
              <a:buAutoNum type="arabicPeriod"/>
            </a:pPr>
            <a:endParaRPr lang="en-US" dirty="0"/>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6" name="Google Shape;168;p5">
            <a:extLst>
              <a:ext uri="{FF2B5EF4-FFF2-40B4-BE49-F238E27FC236}">
                <a16:creationId xmlns:a16="http://schemas.microsoft.com/office/drawing/2014/main" id="{95E0F532-5B7B-23C9-3FBC-ACCDBA504258}"/>
              </a:ext>
            </a:extLst>
          </p:cNvPr>
          <p:cNvSpPr txBox="1">
            <a:spLocks/>
          </p:cNvSpPr>
          <p:nvPr/>
        </p:nvSpPr>
        <p:spPr>
          <a:xfrm>
            <a:off x="6094708" y="2062824"/>
            <a:ext cx="5408909"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114300" indent="0">
              <a:buSzPts val="2200"/>
              <a:buNone/>
            </a:pPr>
            <a:r>
              <a:rPr lang="en-US" sz="1400"/>
              <a:t>6. Least Privilege:</a:t>
            </a:r>
            <a:endParaRPr lang="en-US"/>
          </a:p>
          <a:p>
            <a:pPr lvl="1">
              <a:buSzPts val="2200"/>
            </a:pPr>
            <a:r>
              <a:rPr lang="en-US" sz="1400"/>
              <a:t>Applies to STD-004-CPP, STD-005-CPP, and STD-008-CPP.</a:t>
            </a:r>
          </a:p>
          <a:p>
            <a:pPr marL="114300" indent="0">
              <a:buSzPts val="2200"/>
              <a:buNone/>
            </a:pPr>
            <a:r>
              <a:rPr lang="en-US" sz="1400"/>
              <a:t>7. Sanitize Data Sent to Other Systems:</a:t>
            </a:r>
          </a:p>
          <a:p>
            <a:pPr lvl="1">
              <a:buSzPts val="2200"/>
            </a:pPr>
            <a:r>
              <a:rPr lang="en-US" sz="1400"/>
              <a:t>Applies to STD-004-CPP and STD-008-CPP.</a:t>
            </a:r>
          </a:p>
          <a:p>
            <a:pPr marL="114300" indent="0">
              <a:buSzPts val="2200"/>
              <a:buNone/>
            </a:pPr>
            <a:r>
              <a:rPr lang="en-US" sz="1400"/>
              <a:t>8. Practice Defense in Depth:</a:t>
            </a:r>
          </a:p>
          <a:p>
            <a:pPr lvl="1">
              <a:buSzPts val="2200"/>
            </a:pPr>
            <a:r>
              <a:rPr lang="en-US" sz="1400"/>
              <a:t>Applies to STD-002-CPP through STD-010-CPP.</a:t>
            </a:r>
          </a:p>
          <a:p>
            <a:pPr marL="114300" indent="0">
              <a:buSzPts val="2200"/>
              <a:buNone/>
            </a:pPr>
            <a:r>
              <a:rPr lang="en-US" sz="1400"/>
              <a:t>9. Keep It Simple:</a:t>
            </a:r>
            <a:endParaRPr lang="en-US"/>
          </a:p>
          <a:p>
            <a:pPr lvl="1">
              <a:buSzPts val="2200"/>
            </a:pPr>
            <a:r>
              <a:rPr lang="en-US" sz="1400"/>
              <a:t>Applies to STD-001-CPP, STD-002-CPP, STD-003-CPP, STD-005-CPP, STD-006-CPP, STD-007-CPP, STD-009-CPP, and STD-010-CPP.</a:t>
            </a:r>
          </a:p>
          <a:p>
            <a:pPr marL="114300" indent="0">
              <a:buSzPts val="2200"/>
              <a:buNone/>
            </a:pPr>
            <a:r>
              <a:rPr lang="en-US" sz="1400"/>
              <a:t>10. Default Deny:</a:t>
            </a:r>
          </a:p>
          <a:p>
            <a:pPr marL="857250" lvl="1" indent="-285750"/>
            <a:r>
              <a:rPr lang="en-US" sz="1400"/>
              <a:t>Applies to all 10 coding standards.</a:t>
            </a:r>
            <a:endParaRPr lang="en-US"/>
          </a:p>
          <a:p>
            <a:pPr>
              <a:buSzPts val="2200"/>
              <a:buFont typeface="Arial"/>
              <a:buAutoNum type="arabicPeriod"/>
            </a:pPr>
            <a:endParaRPr lang="en-US" dirty="0"/>
          </a:p>
          <a:p>
            <a:pPr marL="228600" indent="-228600">
              <a:spcBef>
                <a:spcPts val="0"/>
              </a:spcBef>
              <a:buSzPts val="2200"/>
              <a:buFont typeface="Arial"/>
              <a:buAutoNum type="arabicPeriod"/>
            </a:pPr>
            <a:endParaRPr lang="en-US" dirty="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5408909" cy="4024125"/>
          </a:xfrm>
          <a:prstGeom prst="rect">
            <a:avLst/>
          </a:prstGeom>
          <a:noFill/>
          <a:ln>
            <a:noFill/>
          </a:ln>
        </p:spPr>
        <p:txBody>
          <a:bodyPr spcFirstLastPara="1" wrap="square" lIns="91425" tIns="45700" rIns="91425" bIns="45700" anchor="t" anchorCtr="0">
            <a:normAutofit/>
          </a:bodyPr>
          <a:lstStyle/>
          <a:p>
            <a:pPr marL="0" indent="0">
              <a:buNone/>
            </a:pPr>
            <a:r>
              <a:rPr lang="en-US" sz="2000"/>
              <a:t>1. STD-003-CPP - String Correctness</a:t>
            </a:r>
            <a:endParaRPr lang="en-US"/>
          </a:p>
          <a:p>
            <a:pPr marL="0" indent="0">
              <a:buNone/>
            </a:pPr>
            <a:endParaRPr lang="en-US" sz="2000" dirty="0"/>
          </a:p>
          <a:p>
            <a:pPr marL="0" indent="0">
              <a:buNone/>
            </a:pPr>
            <a:r>
              <a:rPr lang="en-US" sz="2000"/>
              <a:t>2. STD-004-CPP - SQL Injection</a:t>
            </a:r>
            <a:endParaRPr lang="en-US"/>
          </a:p>
          <a:p>
            <a:pPr marL="0" indent="0">
              <a:buNone/>
            </a:pPr>
            <a:endParaRPr lang="en-US" sz="2000" dirty="0"/>
          </a:p>
          <a:p>
            <a:pPr marL="0" indent="0">
              <a:buNone/>
            </a:pPr>
            <a:r>
              <a:rPr lang="en-US" sz="2000"/>
              <a:t>3. STD-005-CPP - Memory Protection</a:t>
            </a:r>
            <a:endParaRPr lang="en-US" sz="2000" dirty="0"/>
          </a:p>
          <a:p>
            <a:pPr marL="0" indent="0">
              <a:buNone/>
            </a:pPr>
            <a:endParaRPr lang="en-US" sz="2000" dirty="0"/>
          </a:p>
          <a:p>
            <a:pPr marL="0" indent="0">
              <a:buNone/>
            </a:pPr>
            <a:r>
              <a:rPr lang="en-US" sz="2000"/>
              <a:t>4. STD-002-CPP - Data Value</a:t>
            </a:r>
            <a:endParaRPr lang="en-US"/>
          </a:p>
          <a:p>
            <a:pPr marL="0" indent="0">
              <a:buNone/>
            </a:pPr>
            <a:endParaRPr lang="en-US" sz="2000" dirty="0"/>
          </a:p>
          <a:p>
            <a:pPr marL="0" indent="0">
              <a:buNone/>
            </a:pPr>
            <a:r>
              <a:rPr lang="en-US" sz="2000"/>
              <a:t>5. STD-008-CPP - File Input and Output</a:t>
            </a:r>
            <a:endParaRPr lang="en-US"/>
          </a:p>
          <a:p>
            <a:pPr marL="0" lvl="0" indent="0" algn="l">
              <a:lnSpc>
                <a:spcPct val="90000"/>
              </a:lnSpc>
              <a:spcBef>
                <a:spcPts val="0"/>
              </a:spcBef>
              <a:spcAft>
                <a:spcPts val="0"/>
              </a:spcAft>
              <a:buSzPts val="2000"/>
              <a:buNone/>
            </a:pPr>
            <a:endParaRPr lang="en-US" sz="2000"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3" name="Google Shape;175;p6">
            <a:extLst>
              <a:ext uri="{FF2B5EF4-FFF2-40B4-BE49-F238E27FC236}">
                <a16:creationId xmlns:a16="http://schemas.microsoft.com/office/drawing/2014/main" id="{6CDB75F2-3ABE-6AB9-8E46-B34D8FE126F7}"/>
              </a:ext>
            </a:extLst>
          </p:cNvPr>
          <p:cNvSpPr txBox="1">
            <a:spLocks/>
          </p:cNvSpPr>
          <p:nvPr/>
        </p:nvSpPr>
        <p:spPr>
          <a:xfrm>
            <a:off x="6094708" y="2185519"/>
            <a:ext cx="5408909" cy="40241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lt1"/>
              </a:buClr>
              <a:buSzPts val="18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42900" algn="l" rtl="0">
              <a:lnSpc>
                <a:spcPct val="90000"/>
              </a:lnSpc>
              <a:spcBef>
                <a:spcPts val="500"/>
              </a:spcBef>
              <a:spcAft>
                <a:spcPts val="0"/>
              </a:spcAft>
              <a:buClr>
                <a:schemeClr val="lt1"/>
              </a:buClr>
              <a:buSzPts val="18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42900" algn="l" rtl="0">
              <a:lnSpc>
                <a:spcPct val="90000"/>
              </a:lnSpc>
              <a:spcBef>
                <a:spcPts val="500"/>
              </a:spcBef>
              <a:spcAft>
                <a:spcPts val="0"/>
              </a:spcAft>
              <a:buClr>
                <a:schemeClr val="lt1"/>
              </a:buClr>
              <a:buSzPts val="1800"/>
              <a:buFont typeface="Arial"/>
              <a:buChar char="•"/>
              <a:defRPr sz="1600" b="0" i="0" u="none" strike="noStrike" cap="none">
                <a:solidFill>
                  <a:schemeClr val="lt1"/>
                </a:solidFill>
                <a:latin typeface="Century Gothic"/>
                <a:ea typeface="Century Gothic"/>
                <a:cs typeface="Century Gothic"/>
                <a:sym typeface="Century Gothic"/>
              </a:defRPr>
            </a:lvl9pPr>
          </a:lstStyle>
          <a:p>
            <a:pPr marL="0" indent="0">
              <a:buNone/>
            </a:pPr>
            <a:r>
              <a:rPr lang="en-US" sz="2000"/>
              <a:t>6. STD-009-CPP - Integer Arithmetic</a:t>
            </a:r>
            <a:endParaRPr lang="en-US"/>
          </a:p>
          <a:p>
            <a:pPr marL="0" indent="0">
              <a:buNone/>
            </a:pPr>
            <a:endParaRPr lang="en-US" sz="2000" dirty="0"/>
          </a:p>
          <a:p>
            <a:pPr marL="0" indent="0">
              <a:buNone/>
            </a:pPr>
            <a:r>
              <a:rPr lang="en-US" sz="2000"/>
              <a:t>7. STD-001-CPP - Data Type</a:t>
            </a:r>
            <a:endParaRPr lang="en-US"/>
          </a:p>
          <a:p>
            <a:pPr marL="0" indent="0">
              <a:buNone/>
            </a:pPr>
            <a:endParaRPr lang="en-US" sz="2000" dirty="0"/>
          </a:p>
          <a:p>
            <a:pPr marL="0" indent="0">
              <a:buNone/>
            </a:pPr>
            <a:r>
              <a:rPr lang="en-US" sz="2000"/>
              <a:t>8. STD-006-CPP - Assertions</a:t>
            </a:r>
            <a:endParaRPr lang="en-US"/>
          </a:p>
          <a:p>
            <a:pPr marL="0" indent="0">
              <a:buNone/>
            </a:pPr>
            <a:endParaRPr lang="en-US" sz="2000" dirty="0"/>
          </a:p>
          <a:p>
            <a:pPr marL="0" indent="0">
              <a:buNone/>
            </a:pPr>
            <a:r>
              <a:rPr lang="en-US" sz="2000"/>
              <a:t>9. STD-010-CPP - Error Handling</a:t>
            </a:r>
            <a:endParaRPr lang="en-US"/>
          </a:p>
          <a:p>
            <a:pPr marL="0" indent="0">
              <a:buNone/>
            </a:pPr>
            <a:endParaRPr lang="en-US" sz="2000" dirty="0"/>
          </a:p>
          <a:p>
            <a:pPr marL="0" indent="0">
              <a:buNone/>
            </a:pPr>
            <a:r>
              <a:rPr lang="en-US" sz="2000"/>
              <a:t>10. STD-007-CPP - Exceptions</a:t>
            </a:r>
            <a:endParaRPr lang="en-US"/>
          </a:p>
          <a:p>
            <a:pPr marL="0" indent="0">
              <a:buFont typeface="Arial"/>
              <a:buNone/>
            </a:pPr>
            <a:endParaRPr lang="en-US" sz="2000" dirty="0"/>
          </a:p>
          <a:p>
            <a:pPr marL="0" indent="0">
              <a:spcBef>
                <a:spcPts val="0"/>
              </a:spcBef>
              <a:buSzPts val="2000"/>
              <a:buFont typeface="Arial"/>
              <a:buNone/>
            </a:pPr>
            <a:endParaRPr lang="en-US" sz="2000" dirty="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6" name="Table 5">
            <a:extLst>
              <a:ext uri="{FF2B5EF4-FFF2-40B4-BE49-F238E27FC236}">
                <a16:creationId xmlns:a16="http://schemas.microsoft.com/office/drawing/2014/main" id="{1A64327F-A05A-F947-286B-871228286626}"/>
              </a:ext>
            </a:extLst>
          </p:cNvPr>
          <p:cNvGraphicFramePr>
            <a:graphicFrameLocks noGrp="1"/>
          </p:cNvGraphicFramePr>
          <p:nvPr>
            <p:extLst>
              <p:ext uri="{D42A27DB-BD31-4B8C-83A1-F6EECF244321}">
                <p14:modId xmlns:p14="http://schemas.microsoft.com/office/powerpoint/2010/main" val="340896707"/>
              </p:ext>
            </p:extLst>
          </p:nvPr>
        </p:nvGraphicFramePr>
        <p:xfrm>
          <a:off x="2011680" y="1936410"/>
          <a:ext cx="8168637" cy="4080616"/>
        </p:xfrm>
        <a:graphic>
          <a:graphicData uri="http://schemas.openxmlformats.org/drawingml/2006/table">
            <a:tbl>
              <a:tblPr firstRow="1" bandRow="1">
                <a:tableStyleId>{802198C4-3087-4945-87E3-76CBB3509B7E}</a:tableStyleId>
              </a:tblPr>
              <a:tblGrid>
                <a:gridCol w="2722879">
                  <a:extLst>
                    <a:ext uri="{9D8B030D-6E8A-4147-A177-3AD203B41FA5}">
                      <a16:colId xmlns:a16="http://schemas.microsoft.com/office/drawing/2014/main" val="3464604719"/>
                    </a:ext>
                  </a:extLst>
                </a:gridCol>
                <a:gridCol w="2722879">
                  <a:extLst>
                    <a:ext uri="{9D8B030D-6E8A-4147-A177-3AD203B41FA5}">
                      <a16:colId xmlns:a16="http://schemas.microsoft.com/office/drawing/2014/main" val="1858453492"/>
                    </a:ext>
                  </a:extLst>
                </a:gridCol>
                <a:gridCol w="2722879">
                  <a:extLst>
                    <a:ext uri="{9D8B030D-6E8A-4147-A177-3AD203B41FA5}">
                      <a16:colId xmlns:a16="http://schemas.microsoft.com/office/drawing/2014/main" val="440208513"/>
                    </a:ext>
                  </a:extLst>
                </a:gridCol>
              </a:tblGrid>
              <a:tr h="377439">
                <a:tc>
                  <a:txBody>
                    <a:bodyPr/>
                    <a:lstStyle/>
                    <a:p>
                      <a:pPr marL="114300" lvl="0" indent="0" algn="l">
                        <a:lnSpc>
                          <a:spcPct val="90000"/>
                        </a:lnSpc>
                        <a:spcBef>
                          <a:spcPts val="1000"/>
                        </a:spcBef>
                        <a:spcAft>
                          <a:spcPts val="0"/>
                        </a:spcAft>
                        <a:buNone/>
                      </a:pPr>
                      <a:r>
                        <a:rPr lang="en-US" sz="1800" b="0" i="0" u="none" strike="noStrike" noProof="0">
                          <a:solidFill>
                            <a:srgbClr val="FFFFFF"/>
                          </a:solidFill>
                          <a:latin typeface="Century Gothic"/>
                        </a:rPr>
                        <a:t>Encryption at </a:t>
                      </a:r>
                      <a:r>
                        <a:rPr lang="en-US" sz="1800" b="1" i="0" u="none" strike="noStrike" noProof="0">
                          <a:solidFill>
                            <a:srgbClr val="FFFFFF"/>
                          </a:solidFill>
                          <a:latin typeface="Century Gothic"/>
                        </a:rPr>
                        <a:t>rest</a:t>
                      </a:r>
                      <a:endParaRPr lang="en-US" sz="1800" b="0" i="0" u="none" strike="noStrike" noProof="0">
                        <a:solidFill>
                          <a:srgbClr val="FFFFFF"/>
                        </a:solidFill>
                        <a:latin typeface="Century Gothic"/>
                      </a:endParaRPr>
                    </a:p>
                  </a:txBody>
                  <a:tcPr/>
                </a:tc>
                <a:tc>
                  <a:txBody>
                    <a:bodyPr/>
                    <a:lstStyle/>
                    <a:p>
                      <a:pPr marL="91440" lvl="0" indent="0" algn="l">
                        <a:lnSpc>
                          <a:spcPct val="100000"/>
                        </a:lnSpc>
                        <a:spcBef>
                          <a:spcPts val="1000"/>
                        </a:spcBef>
                        <a:spcAft>
                          <a:spcPts val="0"/>
                        </a:spcAft>
                        <a:buNone/>
                      </a:pPr>
                      <a:r>
                        <a:rPr lang="en-US" sz="1800" b="0" i="0" u="none" strike="noStrike" noProof="0">
                          <a:solidFill>
                            <a:srgbClr val="FFFFFF"/>
                          </a:solidFill>
                          <a:latin typeface="Century Gothic"/>
                        </a:rPr>
                        <a:t>Encryption in </a:t>
                      </a:r>
                      <a:r>
                        <a:rPr lang="en-US" sz="1800" b="1" i="0" u="none" strike="noStrike" noProof="0">
                          <a:solidFill>
                            <a:srgbClr val="FFFFFF"/>
                          </a:solidFill>
                          <a:latin typeface="Century Gothic"/>
                        </a:rPr>
                        <a:t>flight</a:t>
                      </a:r>
                      <a:endParaRPr lang="en-US" sz="1800" b="0" i="0" u="none" strike="noStrike" noProof="0" dirty="0">
                        <a:solidFill>
                          <a:srgbClr val="FFFFFF"/>
                        </a:solidFill>
                        <a:latin typeface="Century Gothic"/>
                      </a:endParaRPr>
                    </a:p>
                  </a:txBody>
                  <a:tcPr/>
                </a:tc>
                <a:tc>
                  <a:txBody>
                    <a:bodyPr/>
                    <a:lstStyle/>
                    <a:p>
                      <a:pPr marL="114300" lvl="0" indent="0" algn="l">
                        <a:lnSpc>
                          <a:spcPct val="100000"/>
                        </a:lnSpc>
                        <a:spcBef>
                          <a:spcPts val="1000"/>
                        </a:spcBef>
                        <a:spcAft>
                          <a:spcPts val="0"/>
                        </a:spcAft>
                        <a:buNone/>
                      </a:pPr>
                      <a:r>
                        <a:rPr lang="en-US" sz="1800" b="0" i="0" u="none" strike="noStrike" noProof="0">
                          <a:solidFill>
                            <a:srgbClr val="FFFFFF"/>
                          </a:solidFill>
                          <a:latin typeface="Century Gothic"/>
                        </a:rPr>
                        <a:t>Encryption in </a:t>
                      </a:r>
                      <a:r>
                        <a:rPr lang="en-US" sz="1800" b="1" i="0" u="none" strike="noStrike" noProof="0">
                          <a:solidFill>
                            <a:srgbClr val="FFFFFF"/>
                          </a:solidFill>
                          <a:latin typeface="Century Gothic"/>
                        </a:rPr>
                        <a:t>use</a:t>
                      </a:r>
                      <a:r>
                        <a:rPr lang="en-US" sz="1800" b="0" i="0" u="none" strike="noStrike" noProof="0">
                          <a:solidFill>
                            <a:srgbClr val="FFFFFF"/>
                          </a:solidFill>
                          <a:latin typeface="Century Gothic"/>
                        </a:rPr>
                        <a:t>:</a:t>
                      </a:r>
                      <a:endParaRPr lang="en-US"/>
                    </a:p>
                  </a:txBody>
                  <a:tcPr/>
                </a:tc>
                <a:extLst>
                  <a:ext uri="{0D108BD9-81ED-4DB2-BD59-A6C34878D82A}">
                    <a16:rowId xmlns:a16="http://schemas.microsoft.com/office/drawing/2014/main" val="1577444529"/>
                  </a:ext>
                </a:extLst>
              </a:tr>
              <a:tr h="3703177">
                <a:tc>
                  <a:txBody>
                    <a:bodyPr/>
                    <a:lstStyle/>
                    <a:p>
                      <a:pPr marL="114300" marR="0" lvl="0" indent="0" algn="l">
                        <a:lnSpc>
                          <a:spcPct val="90000"/>
                        </a:lnSpc>
                        <a:spcBef>
                          <a:spcPts val="1000"/>
                        </a:spcBef>
                        <a:spcAft>
                          <a:spcPts val="0"/>
                        </a:spcAft>
                        <a:buNone/>
                      </a:pPr>
                      <a:r>
                        <a:rPr lang="en-US" sz="1800" b="0" i="0" u="none" strike="noStrike" noProof="0" dirty="0">
                          <a:solidFill>
                            <a:srgbClr val="FFFFFF"/>
                          </a:solidFill>
                          <a:latin typeface="Century Gothic"/>
                        </a:rPr>
                        <a:t>Protects stored data such as databases, backups, logs, saved files, and configuration secrets. Green Pace should use it whenever sensitive data is stored so exposed storage is not immediately </a:t>
                      </a:r>
                      <a:r>
                        <a:rPr lang="en-US" sz="1800" b="0" i="0" u="none" strike="noStrike" noProof="0">
                          <a:solidFill>
                            <a:srgbClr val="FFFFFF"/>
                          </a:solidFill>
                          <a:latin typeface="Century Gothic"/>
                        </a:rPr>
                        <a:t>readable.</a:t>
                      </a:r>
                      <a:endParaRPr lang="en-US" sz="1800" b="0" i="0" u="none" strike="noStrike" noProof="0">
                        <a:solidFill>
                          <a:srgbClr val="000000"/>
                        </a:solidFill>
                        <a:latin typeface="Century Gothic"/>
                      </a:endParaRPr>
                    </a:p>
                  </a:txBody>
                  <a:tcPr/>
                </a:tc>
                <a:tc>
                  <a:txBody>
                    <a:bodyPr/>
                    <a:lstStyle/>
                    <a:p>
                      <a:pPr marL="91440" marR="0" lvl="0" indent="0" algn="l">
                        <a:lnSpc>
                          <a:spcPct val="100000"/>
                        </a:lnSpc>
                        <a:spcBef>
                          <a:spcPts val="1000"/>
                        </a:spcBef>
                        <a:spcAft>
                          <a:spcPts val="0"/>
                        </a:spcAft>
                        <a:buNone/>
                      </a:pPr>
                      <a:r>
                        <a:rPr lang="en-US" sz="1800" b="0" i="0" u="none" strike="noStrike" noProof="0" dirty="0">
                          <a:solidFill>
                            <a:srgbClr val="FFFFFF"/>
                          </a:solidFill>
                          <a:latin typeface="Century Gothic"/>
                        </a:rPr>
                        <a:t>Protects data moving between users, applications, servers, APIs, and databases. Green Pace should require TLS or other secure communicatio</a:t>
                      </a:r>
                      <a:r>
                        <a:rPr lang="en-US" sz="1800" b="0" i="0" u="none" strike="noStrike" noProof="0">
                          <a:solidFill>
                            <a:srgbClr val="FFFFFF"/>
                          </a:solidFill>
                          <a:latin typeface="Century Gothic"/>
                        </a:rPr>
                        <a:t>n </a:t>
                      </a:r>
                      <a:r>
                        <a:rPr lang="en-US" sz="1800" b="0" i="0" u="none" strike="noStrike" noProof="0" dirty="0">
                          <a:solidFill>
                            <a:srgbClr val="FFFFFF"/>
                          </a:solidFill>
                          <a:latin typeface="Century Gothic"/>
                        </a:rPr>
                        <a:t> methods whenever </a:t>
                      </a:r>
                      <a:r>
                        <a:rPr lang="en-US" sz="1800" b="0" i="0" u="none" strike="noStrike" noProof="0">
                          <a:solidFill>
                            <a:srgbClr val="FFFFFF"/>
                          </a:solidFill>
                          <a:latin typeface="Century Gothic"/>
                        </a:rPr>
                        <a:t>data crosses a network</a:t>
                      </a:r>
                      <a:r>
                        <a:rPr lang="en-US" sz="1800" b="0" i="0" u="none" strike="noStrike" noProof="0" dirty="0">
                          <a:solidFill>
                            <a:srgbClr val="FFFFFF"/>
                          </a:solidFill>
                          <a:latin typeface="Century Gothic"/>
                        </a:rPr>
                        <a:t> or trust </a:t>
                      </a:r>
                      <a:r>
                        <a:rPr lang="en-US" sz="1800" b="0" i="0" u="none" strike="noStrike" noProof="0">
                          <a:solidFill>
                            <a:srgbClr val="FFFFFF"/>
                          </a:solidFill>
                          <a:latin typeface="Century Gothic"/>
                        </a:rPr>
                        <a:t>boundary.</a:t>
                      </a:r>
                      <a:endParaRPr lang="en-US" sz="1800" b="0" i="0" u="none" strike="noStrike" noProof="0">
                        <a:solidFill>
                          <a:srgbClr val="000000"/>
                        </a:solidFill>
                        <a:latin typeface="Century Gothic"/>
                      </a:endParaRPr>
                    </a:p>
                  </a:txBody>
                  <a:tcPr/>
                </a:tc>
                <a:tc>
                  <a:txBody>
                    <a:bodyPr/>
                    <a:lstStyle/>
                    <a:p>
                      <a:pPr marL="114300" marR="0" lvl="0" indent="0" algn="l">
                        <a:lnSpc>
                          <a:spcPct val="100000"/>
                        </a:lnSpc>
                        <a:spcBef>
                          <a:spcPts val="1000"/>
                        </a:spcBef>
                        <a:spcAft>
                          <a:spcPts val="0"/>
                        </a:spcAft>
                        <a:buNone/>
                      </a:pPr>
                      <a:r>
                        <a:rPr lang="en-US" sz="1800" b="0" i="0" u="none" strike="noStrike" noProof="0" dirty="0">
                          <a:solidFill>
                            <a:srgbClr val="FFFFFF"/>
                          </a:solidFill>
                          <a:latin typeface="Century Gothic"/>
                        </a:rPr>
                        <a:t>Protects data while it is being processed by the application. Green Pace should reduce exposure by limiting sensitive data in memory, avoiding sensitive data in logs, restricting process access, and using secure memory handling when </a:t>
                      </a:r>
                      <a:r>
                        <a:rPr lang="en-US" sz="1800" b="0" i="0" u="none" strike="noStrike" noProof="0">
                          <a:solidFill>
                            <a:srgbClr val="FFFFFF"/>
                          </a:solidFill>
                          <a:latin typeface="Century Gothic"/>
                        </a:rPr>
                        <a:t>needed.</a:t>
                      </a:r>
                      <a:endParaRPr lang="en-US" sz="1800" b="0" i="0" u="none" strike="noStrike" noProof="0">
                        <a:solidFill>
                          <a:srgbClr val="000000"/>
                        </a:solidFill>
                        <a:latin typeface="Century Gothic"/>
                      </a:endParaRPr>
                    </a:p>
                  </a:txBody>
                  <a:tcPr/>
                </a:tc>
                <a:extLst>
                  <a:ext uri="{0D108BD9-81ED-4DB2-BD59-A6C34878D82A}">
                    <a16:rowId xmlns:a16="http://schemas.microsoft.com/office/drawing/2014/main" val="1612205176"/>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6" name="Table 5">
            <a:extLst>
              <a:ext uri="{FF2B5EF4-FFF2-40B4-BE49-F238E27FC236}">
                <a16:creationId xmlns:a16="http://schemas.microsoft.com/office/drawing/2014/main" id="{3666CF72-BE9F-8238-F0B1-08FE1968DD28}"/>
              </a:ext>
            </a:extLst>
          </p:cNvPr>
          <p:cNvGraphicFramePr>
            <a:graphicFrameLocks noGrp="1"/>
          </p:cNvGraphicFramePr>
          <p:nvPr>
            <p:extLst>
              <p:ext uri="{D42A27DB-BD31-4B8C-83A1-F6EECF244321}">
                <p14:modId xmlns:p14="http://schemas.microsoft.com/office/powerpoint/2010/main" val="2544304781"/>
              </p:ext>
            </p:extLst>
          </p:nvPr>
        </p:nvGraphicFramePr>
        <p:xfrm>
          <a:off x="1517542" y="2059982"/>
          <a:ext cx="9163653" cy="3539382"/>
        </p:xfrm>
        <a:graphic>
          <a:graphicData uri="http://schemas.openxmlformats.org/drawingml/2006/table">
            <a:tbl>
              <a:tblPr firstRow="1" bandRow="1">
                <a:tableStyleId>{802198C4-3087-4945-87E3-76CBB3509B7E}</a:tableStyleId>
              </a:tblPr>
              <a:tblGrid>
                <a:gridCol w="3054551">
                  <a:extLst>
                    <a:ext uri="{9D8B030D-6E8A-4147-A177-3AD203B41FA5}">
                      <a16:colId xmlns:a16="http://schemas.microsoft.com/office/drawing/2014/main" val="2290137428"/>
                    </a:ext>
                  </a:extLst>
                </a:gridCol>
                <a:gridCol w="3054551">
                  <a:extLst>
                    <a:ext uri="{9D8B030D-6E8A-4147-A177-3AD203B41FA5}">
                      <a16:colId xmlns:a16="http://schemas.microsoft.com/office/drawing/2014/main" val="3841558799"/>
                    </a:ext>
                  </a:extLst>
                </a:gridCol>
                <a:gridCol w="3054551">
                  <a:extLst>
                    <a:ext uri="{9D8B030D-6E8A-4147-A177-3AD203B41FA5}">
                      <a16:colId xmlns:a16="http://schemas.microsoft.com/office/drawing/2014/main" val="2716824712"/>
                    </a:ext>
                  </a:extLst>
                </a:gridCol>
              </a:tblGrid>
              <a:tr h="391682">
                <a:tc>
                  <a:txBody>
                    <a:bodyPr/>
                    <a:lstStyle/>
                    <a:p>
                      <a:pPr marL="114300" lvl="0" indent="0" algn="l">
                        <a:lnSpc>
                          <a:spcPct val="110000"/>
                        </a:lnSpc>
                        <a:spcBef>
                          <a:spcPts val="0"/>
                        </a:spcBef>
                        <a:spcAft>
                          <a:spcPts val="0"/>
                        </a:spcAft>
                        <a:buNone/>
                      </a:pPr>
                      <a:r>
                        <a:rPr lang="en-US" sz="1800" b="1" i="0" u="none" strike="noStrike" noProof="0">
                          <a:solidFill>
                            <a:srgbClr val="FFFFFF"/>
                          </a:solidFill>
                          <a:latin typeface="Century Gothic"/>
                        </a:rPr>
                        <a:t>Authentication:</a:t>
                      </a:r>
                      <a:endParaRPr lang="en-US"/>
                    </a:p>
                  </a:txBody>
                  <a:tcPr/>
                </a:tc>
                <a:tc>
                  <a:txBody>
                    <a:bodyPr/>
                    <a:lstStyle/>
                    <a:p>
                      <a:pPr lvl="0">
                        <a:buNone/>
                      </a:pPr>
                      <a:r>
                        <a:rPr lang="en-US" sz="1800" b="1" i="0" u="none" strike="noStrike" noProof="0">
                          <a:solidFill>
                            <a:srgbClr val="FFFFFF"/>
                          </a:solidFill>
                          <a:latin typeface="Century Gothic"/>
                        </a:rPr>
                        <a:t>Authorization:</a:t>
                      </a:r>
                      <a:endParaRPr lang="en-US"/>
                    </a:p>
                  </a:txBody>
                  <a:tcPr/>
                </a:tc>
                <a:tc>
                  <a:txBody>
                    <a:bodyPr/>
                    <a:lstStyle/>
                    <a:p>
                      <a:pPr lvl="0">
                        <a:buNone/>
                      </a:pPr>
                      <a:r>
                        <a:rPr lang="en-US" sz="1800" b="1" i="0" u="none" strike="noStrike" noProof="0">
                          <a:solidFill>
                            <a:srgbClr val="FFFFFF"/>
                          </a:solidFill>
                          <a:latin typeface="Century Gothic"/>
                        </a:rPr>
                        <a:t>Accounting:</a:t>
                      </a:r>
                      <a:endParaRPr lang="en-US"/>
                    </a:p>
                  </a:txBody>
                  <a:tcPr/>
                </a:tc>
                <a:extLst>
                  <a:ext uri="{0D108BD9-81ED-4DB2-BD59-A6C34878D82A}">
                    <a16:rowId xmlns:a16="http://schemas.microsoft.com/office/drawing/2014/main" val="1837308745"/>
                  </a:ext>
                </a:extLst>
              </a:tr>
              <a:tr h="3147700">
                <a:tc>
                  <a:txBody>
                    <a:bodyPr/>
                    <a:lstStyle/>
                    <a:p>
                      <a:pPr marL="114300" marR="0" lvl="0" indent="0" algn="l">
                        <a:lnSpc>
                          <a:spcPct val="110000"/>
                        </a:lnSpc>
                        <a:spcBef>
                          <a:spcPts val="0"/>
                        </a:spcBef>
                        <a:spcAft>
                          <a:spcPts val="0"/>
                        </a:spcAft>
                        <a:buNone/>
                      </a:pPr>
                      <a:r>
                        <a:rPr lang="en-US" sz="1800" b="0" i="0" u="none" strike="noStrike" noProof="0">
                          <a:solidFill>
                            <a:srgbClr val="FFFFFF"/>
                          </a:solidFill>
                          <a:latin typeface="Century Gothic"/>
                        </a:rPr>
                        <a:t>Verifies that users, services, or systems are who</a:t>
                      </a:r>
                      <a:r>
                        <a:rPr lang="en-US" sz="1800" b="0" i="0" u="none" strike="noStrike" noProof="0" dirty="0">
                          <a:solidFill>
                            <a:srgbClr val="FFFFFF"/>
                          </a:solidFill>
                          <a:latin typeface="Century Gothic"/>
                        </a:rPr>
                        <a:t> they claim to be. Green Pace should </a:t>
                      </a:r>
                      <a:r>
                        <a:rPr lang="en-US" sz="1800" b="0" i="0" u="none" strike="noStrike" noProof="0">
                          <a:solidFill>
                            <a:srgbClr val="FFFFFF"/>
                          </a:solidFill>
                          <a:latin typeface="Century Gothic"/>
                        </a:rPr>
                        <a:t>require secure logins, protected sessions, proper password handling, and stronger authentication</a:t>
                      </a:r>
                      <a:r>
                        <a:rPr lang="en-US" sz="1800" b="0" i="0" u="none" strike="noStrike" noProof="0" dirty="0">
                          <a:solidFill>
                            <a:srgbClr val="FFFFFF"/>
                          </a:solidFill>
                          <a:latin typeface="Century Gothic"/>
                        </a:rPr>
                        <a:t> for higher-risk access.</a:t>
                      </a:r>
                      <a:endParaRPr lang="en-US" sz="1800">
                        <a:latin typeface="Century Gothic"/>
                      </a:endParaRPr>
                    </a:p>
                  </a:txBody>
                  <a:tcPr/>
                </a:tc>
                <a:tc>
                  <a:txBody>
                    <a:bodyPr/>
                    <a:lstStyle/>
                    <a:p>
                      <a:pPr marL="0" marR="0" lvl="0" indent="0" algn="l">
                        <a:lnSpc>
                          <a:spcPct val="100000"/>
                        </a:lnSpc>
                        <a:spcBef>
                          <a:spcPts val="0"/>
                        </a:spcBef>
                        <a:spcAft>
                          <a:spcPts val="0"/>
                        </a:spcAft>
                        <a:buNone/>
                      </a:pPr>
                      <a:r>
                        <a:rPr lang="en-US" sz="1800" b="0" i="0" u="none" strike="noStrike" noProof="0" dirty="0">
                          <a:solidFill>
                            <a:srgbClr val="FFFFFF"/>
                          </a:solidFill>
                          <a:latin typeface="Century Gothic"/>
                        </a:rPr>
                        <a:t>Controls what authenticated users or services are allowed to access or change. Green Pace should use role-based or permission-based access so users only have the access needed for their role.</a:t>
                      </a:r>
                      <a:endParaRPr lang="en-US" sz="1800" b="0" i="0" u="none" strike="noStrike" noProof="0" dirty="0">
                        <a:solidFill>
                          <a:srgbClr val="000000"/>
                        </a:solidFill>
                        <a:latin typeface="Century Gothic"/>
                      </a:endParaRPr>
                    </a:p>
                    <a:p>
                      <a:pPr lvl="0">
                        <a:buNone/>
                      </a:pPr>
                      <a:endParaRPr lang="en-US" sz="1800" dirty="0">
                        <a:latin typeface="Century Gothic"/>
                      </a:endParaRPr>
                    </a:p>
                  </a:txBody>
                  <a:tcPr/>
                </a:tc>
                <a:tc>
                  <a:txBody>
                    <a:bodyPr/>
                    <a:lstStyle/>
                    <a:p>
                      <a:pPr marL="0" marR="0" lvl="0" indent="0" algn="l">
                        <a:lnSpc>
                          <a:spcPct val="100000"/>
                        </a:lnSpc>
                        <a:spcBef>
                          <a:spcPts val="0"/>
                        </a:spcBef>
                        <a:spcAft>
                          <a:spcPts val="0"/>
                        </a:spcAft>
                        <a:buNone/>
                      </a:pPr>
                      <a:r>
                        <a:rPr lang="en-US" sz="1800" b="0" i="0" u="none" strike="noStrike" noProof="0">
                          <a:solidFill>
                            <a:srgbClr val="FFFFFF"/>
                          </a:solidFill>
                          <a:latin typeface="Century Gothic"/>
                        </a:rPr>
                        <a:t>Records important user and system activity. Green Pace should log events such as logins, failed logins, new users, access-level changes, file access, and database changes to support audits and incident response.</a:t>
                      </a:r>
                      <a:endParaRPr lang="en-US" sz="1800" b="0" i="0" u="none" strike="noStrike" noProof="0" dirty="0">
                        <a:solidFill>
                          <a:srgbClr val="000000"/>
                        </a:solidFill>
                        <a:latin typeface="Century Gothic"/>
                      </a:endParaRPr>
                    </a:p>
                    <a:p>
                      <a:pPr lvl="0">
                        <a:buNone/>
                      </a:pPr>
                      <a:endParaRPr lang="en-US" sz="1800" dirty="0">
                        <a:latin typeface="Century Gothic"/>
                      </a:endParaRPr>
                    </a:p>
                  </a:txBody>
                  <a:tcPr/>
                </a:tc>
                <a:extLst>
                  <a:ext uri="{0D108BD9-81ED-4DB2-BD59-A6C34878D82A}">
                    <a16:rowId xmlns:a16="http://schemas.microsoft.com/office/drawing/2014/main" val="4046197944"/>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3598190" y="1716696"/>
            <a:ext cx="4995621" cy="427303"/>
          </a:xfrm>
          <a:prstGeom prst="rect">
            <a:avLst/>
          </a:prstGeom>
          <a:noFill/>
          <a:ln>
            <a:noFill/>
          </a:ln>
        </p:spPr>
        <p:txBody>
          <a:bodyPr spcFirstLastPara="1" wrap="square" lIns="91425" tIns="45700" rIns="91425" bIns="45700" anchor="t" anchorCtr="0">
            <a:noAutofit/>
          </a:bodyPr>
          <a:lstStyle/>
          <a:p>
            <a:pPr marL="0" indent="0" algn="ctr">
              <a:buNone/>
            </a:pPr>
            <a:r>
              <a:rPr lang="en-US"/>
              <a:t>Does the collection initialize safely?</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screen shot of a computer code&#10;&#10;AI-generated content may be incorrect.">
            <a:extLst>
              <a:ext uri="{FF2B5EF4-FFF2-40B4-BE49-F238E27FC236}">
                <a16:creationId xmlns:a16="http://schemas.microsoft.com/office/drawing/2014/main" id="{DF4606C9-F497-D6DD-3C42-493EF3612876}"/>
              </a:ext>
            </a:extLst>
          </p:cNvPr>
          <p:cNvPicPr>
            <a:picLocks noChangeAspect="1"/>
          </p:cNvPicPr>
          <p:nvPr/>
        </p:nvPicPr>
        <p:blipFill>
          <a:blip r:embed="rId5"/>
          <a:stretch>
            <a:fillRect/>
          </a:stretch>
        </p:blipFill>
        <p:spPr>
          <a:xfrm>
            <a:off x="3162300" y="2233612"/>
            <a:ext cx="5867400" cy="1628775"/>
          </a:xfrm>
          <a:prstGeom prst="rect">
            <a:avLst/>
          </a:prstGeom>
        </p:spPr>
      </p:pic>
      <p:pic>
        <p:nvPicPr>
          <p:cNvPr id="3" name="Picture 2">
            <a:extLst>
              <a:ext uri="{FF2B5EF4-FFF2-40B4-BE49-F238E27FC236}">
                <a16:creationId xmlns:a16="http://schemas.microsoft.com/office/drawing/2014/main" id="{B03B2B32-1443-0278-562A-18E43D8C829A}"/>
              </a:ext>
            </a:extLst>
          </p:cNvPr>
          <p:cNvPicPr>
            <a:picLocks noChangeAspect="1"/>
          </p:cNvPicPr>
          <p:nvPr/>
        </p:nvPicPr>
        <p:blipFill>
          <a:blip r:embed="rId6"/>
          <a:stretch>
            <a:fillRect/>
          </a:stretch>
        </p:blipFill>
        <p:spPr>
          <a:xfrm>
            <a:off x="3162623" y="4226839"/>
            <a:ext cx="5905500" cy="419100"/>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E0BFF273-2AC4-8B1E-FCEC-D9FD2C396AE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EADF0AC7-0C58-FF2B-BAEC-22279E1F1AB0}"/>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C64E54DD-F8E9-71EC-F0C7-A4F0B3E00D75}"/>
              </a:ext>
            </a:extLst>
          </p:cNvPr>
          <p:cNvSpPr txBox="1">
            <a:spLocks noGrp="1"/>
          </p:cNvSpPr>
          <p:nvPr>
            <p:ph type="body" idx="1"/>
          </p:nvPr>
        </p:nvSpPr>
        <p:spPr>
          <a:xfrm>
            <a:off x="2526224" y="1716696"/>
            <a:ext cx="7139552" cy="427303"/>
          </a:xfrm>
          <a:prstGeom prst="rect">
            <a:avLst/>
          </a:prstGeom>
          <a:noFill/>
          <a:ln>
            <a:noFill/>
          </a:ln>
        </p:spPr>
        <p:txBody>
          <a:bodyPr spcFirstLastPara="1" wrap="square" lIns="91425" tIns="45700" rIns="91425" bIns="45700" anchor="t" anchorCtr="0">
            <a:noAutofit/>
          </a:bodyPr>
          <a:lstStyle/>
          <a:p>
            <a:pPr marL="0" indent="0" algn="ctr">
              <a:buNone/>
            </a:pPr>
            <a:r>
              <a:rPr lang="en-US"/>
              <a:t>Is the collection empty when first created?</a:t>
            </a:r>
          </a:p>
        </p:txBody>
      </p:sp>
      <p:pic>
        <p:nvPicPr>
          <p:cNvPr id="197" name="Google Shape;197;g9504e29505_0_0" descr="Green Pace logo">
            <a:extLst>
              <a:ext uri="{FF2B5EF4-FFF2-40B4-BE49-F238E27FC236}">
                <a16:creationId xmlns:a16="http://schemas.microsoft.com/office/drawing/2014/main" id="{A52F0FF1-6ECA-65EB-E672-650CE94B348C}"/>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descr="A screen shot of a computer code&#10;&#10;AI-generated content may be incorrect.">
            <a:extLst>
              <a:ext uri="{FF2B5EF4-FFF2-40B4-BE49-F238E27FC236}">
                <a16:creationId xmlns:a16="http://schemas.microsoft.com/office/drawing/2014/main" id="{3B777CBA-3189-707A-092A-7583E9953C55}"/>
              </a:ext>
            </a:extLst>
          </p:cNvPr>
          <p:cNvPicPr>
            <a:picLocks noChangeAspect="1"/>
          </p:cNvPicPr>
          <p:nvPr/>
        </p:nvPicPr>
        <p:blipFill>
          <a:blip r:embed="rId5"/>
          <a:stretch>
            <a:fillRect/>
          </a:stretch>
        </p:blipFill>
        <p:spPr>
          <a:xfrm>
            <a:off x="3862387" y="2548341"/>
            <a:ext cx="4467225" cy="1619250"/>
          </a:xfrm>
          <a:prstGeom prst="rect">
            <a:avLst/>
          </a:prstGeom>
        </p:spPr>
      </p:pic>
      <p:pic>
        <p:nvPicPr>
          <p:cNvPr id="5" name="Picture 4">
            <a:extLst>
              <a:ext uri="{FF2B5EF4-FFF2-40B4-BE49-F238E27FC236}">
                <a16:creationId xmlns:a16="http://schemas.microsoft.com/office/drawing/2014/main" id="{84C7EE22-8664-DBC7-5777-FE33F258FF78}"/>
              </a:ext>
            </a:extLst>
          </p:cNvPr>
          <p:cNvPicPr>
            <a:picLocks noChangeAspect="1"/>
          </p:cNvPicPr>
          <p:nvPr/>
        </p:nvPicPr>
        <p:blipFill>
          <a:blip r:embed="rId6"/>
          <a:stretch>
            <a:fillRect/>
          </a:stretch>
        </p:blipFill>
        <p:spPr>
          <a:xfrm>
            <a:off x="3886200" y="4615670"/>
            <a:ext cx="4419600" cy="390525"/>
          </a:xfrm>
          <a:prstGeom prst="rect">
            <a:avLst/>
          </a:prstGeom>
        </p:spPr>
      </p:pic>
    </p:spTree>
    <p:custDataLst>
      <p:tags r:id="rId1"/>
    </p:custDataLst>
    <p:extLst>
      <p:ext uri="{BB962C8B-B14F-4D97-AF65-F5344CB8AC3E}">
        <p14:creationId xmlns:p14="http://schemas.microsoft.com/office/powerpoint/2010/main" val="3990998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51F0BE12-1DE6-E78C-3F1F-BEC4EA48E2F7}"/>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6EDE4284-888D-ADB7-D475-6B9C95553733}"/>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469DF150-697F-3F79-2270-5F467C3281E2}"/>
              </a:ext>
            </a:extLst>
          </p:cNvPr>
          <p:cNvSpPr txBox="1">
            <a:spLocks noGrp="1"/>
          </p:cNvSpPr>
          <p:nvPr>
            <p:ph type="body" idx="1"/>
          </p:nvPr>
        </p:nvSpPr>
        <p:spPr>
          <a:xfrm>
            <a:off x="2526224" y="1716696"/>
            <a:ext cx="7139552" cy="427303"/>
          </a:xfrm>
          <a:prstGeom prst="rect">
            <a:avLst/>
          </a:prstGeom>
          <a:noFill/>
          <a:ln>
            <a:noFill/>
          </a:ln>
        </p:spPr>
        <p:txBody>
          <a:bodyPr spcFirstLastPara="1" wrap="square" lIns="91425" tIns="45700" rIns="91425" bIns="45700" anchor="t" anchorCtr="0">
            <a:noAutofit/>
          </a:bodyPr>
          <a:lstStyle/>
          <a:p>
            <a:pPr marL="0" indent="0" algn="ctr">
              <a:buNone/>
            </a:pPr>
            <a:r>
              <a:rPr lang="en-US"/>
              <a:t>Can valid values be added to the collection?</a:t>
            </a:r>
          </a:p>
        </p:txBody>
      </p:sp>
      <p:pic>
        <p:nvPicPr>
          <p:cNvPr id="197" name="Google Shape;197;g9504e29505_0_0" descr="Green Pace logo">
            <a:extLst>
              <a:ext uri="{FF2B5EF4-FFF2-40B4-BE49-F238E27FC236}">
                <a16:creationId xmlns:a16="http://schemas.microsoft.com/office/drawing/2014/main" id="{1824D663-3605-6840-20B3-FD3E24749758}"/>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screen shot of a computer code&#10;&#10;AI-generated content may be incorrect.">
            <a:extLst>
              <a:ext uri="{FF2B5EF4-FFF2-40B4-BE49-F238E27FC236}">
                <a16:creationId xmlns:a16="http://schemas.microsoft.com/office/drawing/2014/main" id="{9872B1A1-6E21-8823-ACC9-05BC49FA2B54}"/>
              </a:ext>
            </a:extLst>
          </p:cNvPr>
          <p:cNvPicPr>
            <a:picLocks noChangeAspect="1"/>
          </p:cNvPicPr>
          <p:nvPr/>
        </p:nvPicPr>
        <p:blipFill>
          <a:blip r:embed="rId5"/>
          <a:stretch>
            <a:fillRect/>
          </a:stretch>
        </p:blipFill>
        <p:spPr>
          <a:xfrm>
            <a:off x="2559560" y="2290437"/>
            <a:ext cx="3146642" cy="1302020"/>
          </a:xfrm>
          <a:prstGeom prst="rect">
            <a:avLst/>
          </a:prstGeom>
        </p:spPr>
      </p:pic>
      <p:pic>
        <p:nvPicPr>
          <p:cNvPr id="3" name="Picture 2" descr="A computer code with white text&#10;&#10;AI-generated content may be incorrect.">
            <a:extLst>
              <a:ext uri="{FF2B5EF4-FFF2-40B4-BE49-F238E27FC236}">
                <a16:creationId xmlns:a16="http://schemas.microsoft.com/office/drawing/2014/main" id="{C5970720-7E12-BA3B-79E7-4DB9C36F1A7B}"/>
              </a:ext>
            </a:extLst>
          </p:cNvPr>
          <p:cNvPicPr>
            <a:picLocks noChangeAspect="1"/>
          </p:cNvPicPr>
          <p:nvPr/>
        </p:nvPicPr>
        <p:blipFill>
          <a:blip r:embed="rId6"/>
          <a:stretch>
            <a:fillRect/>
          </a:stretch>
        </p:blipFill>
        <p:spPr>
          <a:xfrm>
            <a:off x="2560932" y="3686737"/>
            <a:ext cx="3156813" cy="1208708"/>
          </a:xfrm>
          <a:prstGeom prst="rect">
            <a:avLst/>
          </a:prstGeom>
        </p:spPr>
      </p:pic>
      <p:pic>
        <p:nvPicPr>
          <p:cNvPr id="6" name="Picture 5" descr="A computer screen shot of a black screen&#10;&#10;AI-generated content may be incorrect.">
            <a:extLst>
              <a:ext uri="{FF2B5EF4-FFF2-40B4-BE49-F238E27FC236}">
                <a16:creationId xmlns:a16="http://schemas.microsoft.com/office/drawing/2014/main" id="{7F91B0BE-D783-81F1-47F6-14AB3CA297E7}"/>
              </a:ext>
            </a:extLst>
          </p:cNvPr>
          <p:cNvPicPr>
            <a:picLocks noChangeAspect="1"/>
          </p:cNvPicPr>
          <p:nvPr/>
        </p:nvPicPr>
        <p:blipFill>
          <a:blip r:embed="rId7"/>
          <a:stretch>
            <a:fillRect/>
          </a:stretch>
        </p:blipFill>
        <p:spPr>
          <a:xfrm>
            <a:off x="1082137" y="5046394"/>
            <a:ext cx="4635608" cy="1350129"/>
          </a:xfrm>
          <a:prstGeom prst="rect">
            <a:avLst/>
          </a:prstGeom>
        </p:spPr>
      </p:pic>
      <p:pic>
        <p:nvPicPr>
          <p:cNvPr id="7" name="Picture 6">
            <a:extLst>
              <a:ext uri="{FF2B5EF4-FFF2-40B4-BE49-F238E27FC236}">
                <a16:creationId xmlns:a16="http://schemas.microsoft.com/office/drawing/2014/main" id="{B3E497B1-35E6-D20B-1087-5CBC8BC9D16A}"/>
              </a:ext>
            </a:extLst>
          </p:cNvPr>
          <p:cNvPicPr>
            <a:picLocks noChangeAspect="1"/>
          </p:cNvPicPr>
          <p:nvPr/>
        </p:nvPicPr>
        <p:blipFill>
          <a:blip r:embed="rId8"/>
          <a:stretch>
            <a:fillRect/>
          </a:stretch>
        </p:blipFill>
        <p:spPr>
          <a:xfrm>
            <a:off x="6184954" y="2802770"/>
            <a:ext cx="3302754" cy="277356"/>
          </a:xfrm>
          <a:prstGeom prst="rect">
            <a:avLst/>
          </a:prstGeom>
        </p:spPr>
      </p:pic>
      <p:pic>
        <p:nvPicPr>
          <p:cNvPr id="8" name="Picture 7">
            <a:extLst>
              <a:ext uri="{FF2B5EF4-FFF2-40B4-BE49-F238E27FC236}">
                <a16:creationId xmlns:a16="http://schemas.microsoft.com/office/drawing/2014/main" id="{80E366DF-3892-1722-8BED-DB1FE31D75FC}"/>
              </a:ext>
            </a:extLst>
          </p:cNvPr>
          <p:cNvPicPr>
            <a:picLocks noChangeAspect="1"/>
          </p:cNvPicPr>
          <p:nvPr/>
        </p:nvPicPr>
        <p:blipFill>
          <a:blip r:embed="rId9"/>
          <a:stretch>
            <a:fillRect/>
          </a:stretch>
        </p:blipFill>
        <p:spPr>
          <a:xfrm>
            <a:off x="6187860" y="4152415"/>
            <a:ext cx="3296942" cy="270898"/>
          </a:xfrm>
          <a:prstGeom prst="rect">
            <a:avLst/>
          </a:prstGeom>
        </p:spPr>
      </p:pic>
      <p:pic>
        <p:nvPicPr>
          <p:cNvPr id="9" name="Picture 8">
            <a:extLst>
              <a:ext uri="{FF2B5EF4-FFF2-40B4-BE49-F238E27FC236}">
                <a16:creationId xmlns:a16="http://schemas.microsoft.com/office/drawing/2014/main" id="{01AC6E57-AB69-BCF2-9E61-F988C79A62A4}"/>
              </a:ext>
            </a:extLst>
          </p:cNvPr>
          <p:cNvPicPr>
            <a:picLocks noChangeAspect="1"/>
          </p:cNvPicPr>
          <p:nvPr/>
        </p:nvPicPr>
        <p:blipFill>
          <a:blip r:embed="rId10"/>
          <a:stretch>
            <a:fillRect/>
          </a:stretch>
        </p:blipFill>
        <p:spPr>
          <a:xfrm>
            <a:off x="6187294" y="5584313"/>
            <a:ext cx="3982581" cy="280746"/>
          </a:xfrm>
          <a:prstGeom prst="rect">
            <a:avLst/>
          </a:prstGeom>
        </p:spPr>
      </p:pic>
    </p:spTree>
    <p:custDataLst>
      <p:tags r:id="rId1"/>
    </p:custDataLst>
    <p:extLst>
      <p:ext uri="{BB962C8B-B14F-4D97-AF65-F5344CB8AC3E}">
        <p14:creationId xmlns:p14="http://schemas.microsoft.com/office/powerpoint/2010/main" val="11598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485C2110-D092-D7BA-D8B3-10EE44360CA2}"/>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CBCB01AB-A916-BE2F-6F98-95EF711FFF91}"/>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C1575359-C2AA-806E-536D-89FB5ECD2291}"/>
              </a:ext>
            </a:extLst>
          </p:cNvPr>
          <p:cNvSpPr txBox="1">
            <a:spLocks noGrp="1"/>
          </p:cNvSpPr>
          <p:nvPr>
            <p:ph type="body" idx="1"/>
          </p:nvPr>
        </p:nvSpPr>
        <p:spPr>
          <a:xfrm>
            <a:off x="2526224" y="1716696"/>
            <a:ext cx="7139552" cy="427303"/>
          </a:xfrm>
          <a:prstGeom prst="rect">
            <a:avLst/>
          </a:prstGeom>
          <a:noFill/>
          <a:ln>
            <a:noFill/>
          </a:ln>
        </p:spPr>
        <p:txBody>
          <a:bodyPr spcFirstLastPara="1" wrap="square" lIns="91425" tIns="45700" rIns="91425" bIns="45700" anchor="t" anchorCtr="0">
            <a:noAutofit/>
          </a:bodyPr>
          <a:lstStyle/>
          <a:p>
            <a:pPr marL="0" indent="0" algn="ctr">
              <a:buNone/>
            </a:pPr>
            <a:r>
              <a:rPr lang="en-US"/>
              <a:t>Does the collection clear data safely?</a:t>
            </a:r>
          </a:p>
        </p:txBody>
      </p:sp>
      <p:pic>
        <p:nvPicPr>
          <p:cNvPr id="197" name="Google Shape;197;g9504e29505_0_0" descr="Green Pace logo">
            <a:extLst>
              <a:ext uri="{FF2B5EF4-FFF2-40B4-BE49-F238E27FC236}">
                <a16:creationId xmlns:a16="http://schemas.microsoft.com/office/drawing/2014/main" id="{F16C2A53-4461-9955-337E-95653243F3F6}"/>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4" name="Picture 3" descr="A computer screen shot of a black screen with white text&#10;&#10;AI-generated content may be incorrect.">
            <a:extLst>
              <a:ext uri="{FF2B5EF4-FFF2-40B4-BE49-F238E27FC236}">
                <a16:creationId xmlns:a16="http://schemas.microsoft.com/office/drawing/2014/main" id="{1F0CD8DD-6038-60AD-ACB6-B5D3BBAA0E8B}"/>
              </a:ext>
            </a:extLst>
          </p:cNvPr>
          <p:cNvPicPr>
            <a:picLocks noChangeAspect="1"/>
          </p:cNvPicPr>
          <p:nvPr/>
        </p:nvPicPr>
        <p:blipFill>
          <a:blip r:embed="rId5"/>
          <a:stretch>
            <a:fillRect/>
          </a:stretch>
        </p:blipFill>
        <p:spPr>
          <a:xfrm>
            <a:off x="2017039" y="2261218"/>
            <a:ext cx="3082226" cy="1076326"/>
          </a:xfrm>
          <a:prstGeom prst="rect">
            <a:avLst/>
          </a:prstGeom>
        </p:spPr>
      </p:pic>
      <p:pic>
        <p:nvPicPr>
          <p:cNvPr id="5" name="Picture 4" descr="A computer screen with white text&#10;&#10;AI-generated content may be incorrect.">
            <a:extLst>
              <a:ext uri="{FF2B5EF4-FFF2-40B4-BE49-F238E27FC236}">
                <a16:creationId xmlns:a16="http://schemas.microsoft.com/office/drawing/2014/main" id="{07D1EAD5-6FCD-BD24-D5D6-CEA8F23D21BD}"/>
              </a:ext>
            </a:extLst>
          </p:cNvPr>
          <p:cNvPicPr>
            <a:picLocks noChangeAspect="1"/>
          </p:cNvPicPr>
          <p:nvPr/>
        </p:nvPicPr>
        <p:blipFill>
          <a:blip r:embed="rId6"/>
          <a:stretch>
            <a:fillRect/>
          </a:stretch>
        </p:blipFill>
        <p:spPr>
          <a:xfrm>
            <a:off x="2014537" y="3462659"/>
            <a:ext cx="3087231" cy="1385646"/>
          </a:xfrm>
          <a:prstGeom prst="rect">
            <a:avLst/>
          </a:prstGeom>
        </p:spPr>
      </p:pic>
      <p:pic>
        <p:nvPicPr>
          <p:cNvPr id="10" name="Picture 9" descr="A computer screen with white and green text&#10;&#10;AI-generated content may be incorrect.">
            <a:extLst>
              <a:ext uri="{FF2B5EF4-FFF2-40B4-BE49-F238E27FC236}">
                <a16:creationId xmlns:a16="http://schemas.microsoft.com/office/drawing/2014/main" id="{D96458DF-F3DA-8AF9-9FAF-2B4F3BA1FD0E}"/>
              </a:ext>
            </a:extLst>
          </p:cNvPr>
          <p:cNvPicPr>
            <a:picLocks noChangeAspect="1"/>
          </p:cNvPicPr>
          <p:nvPr/>
        </p:nvPicPr>
        <p:blipFill>
          <a:blip r:embed="rId7"/>
          <a:stretch>
            <a:fillRect/>
          </a:stretch>
        </p:blipFill>
        <p:spPr>
          <a:xfrm>
            <a:off x="1111358" y="4981252"/>
            <a:ext cx="3989523" cy="1383547"/>
          </a:xfrm>
          <a:prstGeom prst="rect">
            <a:avLst/>
          </a:prstGeom>
        </p:spPr>
      </p:pic>
      <p:pic>
        <p:nvPicPr>
          <p:cNvPr id="11" name="Picture 10">
            <a:extLst>
              <a:ext uri="{FF2B5EF4-FFF2-40B4-BE49-F238E27FC236}">
                <a16:creationId xmlns:a16="http://schemas.microsoft.com/office/drawing/2014/main" id="{DE945233-68CB-6E75-648E-6A21F816D4B8}"/>
              </a:ext>
            </a:extLst>
          </p:cNvPr>
          <p:cNvPicPr>
            <a:picLocks noChangeAspect="1"/>
          </p:cNvPicPr>
          <p:nvPr/>
        </p:nvPicPr>
        <p:blipFill>
          <a:blip r:embed="rId8"/>
          <a:stretch>
            <a:fillRect/>
          </a:stretch>
        </p:blipFill>
        <p:spPr>
          <a:xfrm>
            <a:off x="5571156" y="2654247"/>
            <a:ext cx="3955620" cy="290271"/>
          </a:xfrm>
          <a:prstGeom prst="rect">
            <a:avLst/>
          </a:prstGeom>
        </p:spPr>
      </p:pic>
      <p:pic>
        <p:nvPicPr>
          <p:cNvPr id="12" name="Picture 11">
            <a:extLst>
              <a:ext uri="{FF2B5EF4-FFF2-40B4-BE49-F238E27FC236}">
                <a16:creationId xmlns:a16="http://schemas.microsoft.com/office/drawing/2014/main" id="{4C5827D6-4D7E-7F70-8E04-5E9EF849D22A}"/>
              </a:ext>
            </a:extLst>
          </p:cNvPr>
          <p:cNvPicPr>
            <a:picLocks noChangeAspect="1"/>
          </p:cNvPicPr>
          <p:nvPr/>
        </p:nvPicPr>
        <p:blipFill>
          <a:blip r:embed="rId9"/>
          <a:stretch>
            <a:fillRect/>
          </a:stretch>
        </p:blipFill>
        <p:spPr>
          <a:xfrm>
            <a:off x="5573174" y="4013414"/>
            <a:ext cx="3958042" cy="290594"/>
          </a:xfrm>
          <a:prstGeom prst="rect">
            <a:avLst/>
          </a:prstGeom>
        </p:spPr>
      </p:pic>
      <p:pic>
        <p:nvPicPr>
          <p:cNvPr id="13" name="Picture 12">
            <a:extLst>
              <a:ext uri="{FF2B5EF4-FFF2-40B4-BE49-F238E27FC236}">
                <a16:creationId xmlns:a16="http://schemas.microsoft.com/office/drawing/2014/main" id="{3F244590-166E-7AEA-05E4-B7D32E1281D1}"/>
              </a:ext>
            </a:extLst>
          </p:cNvPr>
          <p:cNvPicPr>
            <a:picLocks noChangeAspect="1"/>
          </p:cNvPicPr>
          <p:nvPr/>
        </p:nvPicPr>
        <p:blipFill>
          <a:blip r:embed="rId10"/>
          <a:stretch>
            <a:fillRect/>
          </a:stretch>
        </p:blipFill>
        <p:spPr>
          <a:xfrm>
            <a:off x="5574547" y="5532651"/>
            <a:ext cx="4194229" cy="293661"/>
          </a:xfrm>
          <a:prstGeom prst="rect">
            <a:avLst/>
          </a:prstGeom>
        </p:spPr>
      </p:pic>
    </p:spTree>
    <p:custDataLst>
      <p:tags r:id="rId1"/>
    </p:custDataLst>
    <p:extLst>
      <p:ext uri="{BB962C8B-B14F-4D97-AF65-F5344CB8AC3E}">
        <p14:creationId xmlns:p14="http://schemas.microsoft.com/office/powerpoint/2010/main" val="1245659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a:extLst>
            <a:ext uri="{FF2B5EF4-FFF2-40B4-BE49-F238E27FC236}">
              <a16:creationId xmlns:a16="http://schemas.microsoft.com/office/drawing/2014/main" id="{E6803907-2149-FA42-D9A5-46B65808E980}"/>
            </a:ext>
          </a:extLst>
        </p:cNvPr>
        <p:cNvGrpSpPr/>
        <p:nvPr/>
      </p:nvGrpSpPr>
      <p:grpSpPr>
        <a:xfrm>
          <a:off x="0" y="0"/>
          <a:ext cx="0" cy="0"/>
          <a:chOff x="0" y="0"/>
          <a:chExt cx="0" cy="0"/>
        </a:xfrm>
      </p:grpSpPr>
      <p:sp>
        <p:nvSpPr>
          <p:cNvPr id="195" name="Google Shape;195;g9504e29505_0_0">
            <a:extLst>
              <a:ext uri="{FF2B5EF4-FFF2-40B4-BE49-F238E27FC236}">
                <a16:creationId xmlns:a16="http://schemas.microsoft.com/office/drawing/2014/main" id="{2623EECA-EE41-B5CF-5B46-24C1000D6FA5}"/>
              </a:ext>
            </a:extLst>
          </p:cNvPr>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a:extLst>
              <a:ext uri="{FF2B5EF4-FFF2-40B4-BE49-F238E27FC236}">
                <a16:creationId xmlns:a16="http://schemas.microsoft.com/office/drawing/2014/main" id="{52A21333-9C91-7F38-DD1E-667E415E0817}"/>
              </a:ext>
            </a:extLst>
          </p:cNvPr>
          <p:cNvSpPr txBox="1">
            <a:spLocks noGrp="1"/>
          </p:cNvSpPr>
          <p:nvPr>
            <p:ph type="body" idx="1"/>
          </p:nvPr>
        </p:nvSpPr>
        <p:spPr>
          <a:xfrm>
            <a:off x="2526224" y="1716696"/>
            <a:ext cx="7139552" cy="427303"/>
          </a:xfrm>
          <a:prstGeom prst="rect">
            <a:avLst/>
          </a:prstGeom>
          <a:noFill/>
          <a:ln>
            <a:noFill/>
          </a:ln>
        </p:spPr>
        <p:txBody>
          <a:bodyPr spcFirstLastPara="1" wrap="square" lIns="91425" tIns="45700" rIns="91425" bIns="45700" anchor="t" anchorCtr="0">
            <a:noAutofit/>
          </a:bodyPr>
          <a:lstStyle/>
          <a:p>
            <a:pPr marL="0" indent="0" algn="ctr">
              <a:buNone/>
            </a:pPr>
            <a:r>
              <a:rPr lang="en-US"/>
              <a:t>Does invalid index access get rejected?</a:t>
            </a:r>
          </a:p>
        </p:txBody>
      </p:sp>
      <p:pic>
        <p:nvPicPr>
          <p:cNvPr id="197" name="Google Shape;197;g9504e29505_0_0" descr="Green Pace logo">
            <a:extLst>
              <a:ext uri="{FF2B5EF4-FFF2-40B4-BE49-F238E27FC236}">
                <a16:creationId xmlns:a16="http://schemas.microsoft.com/office/drawing/2014/main" id="{C0840AF2-5FA4-30F5-7235-8ECF388819B9}"/>
              </a:ext>
            </a:extLst>
          </p:cNvPr>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2" name="Picture 1" descr="A screen shot of a computer program&#10;&#10;AI-generated content may be incorrect.">
            <a:extLst>
              <a:ext uri="{FF2B5EF4-FFF2-40B4-BE49-F238E27FC236}">
                <a16:creationId xmlns:a16="http://schemas.microsoft.com/office/drawing/2014/main" id="{17361C77-CA70-61EF-8263-A9DAA289D561}"/>
              </a:ext>
            </a:extLst>
          </p:cNvPr>
          <p:cNvPicPr>
            <a:picLocks noChangeAspect="1"/>
          </p:cNvPicPr>
          <p:nvPr/>
        </p:nvPicPr>
        <p:blipFill>
          <a:blip r:embed="rId5"/>
          <a:stretch>
            <a:fillRect/>
          </a:stretch>
        </p:blipFill>
        <p:spPr>
          <a:xfrm>
            <a:off x="882435" y="2501765"/>
            <a:ext cx="4983351" cy="924571"/>
          </a:xfrm>
          <a:prstGeom prst="rect">
            <a:avLst/>
          </a:prstGeom>
        </p:spPr>
      </p:pic>
      <p:pic>
        <p:nvPicPr>
          <p:cNvPr id="3" name="Picture 2" descr="A screen shot of a computer program&#10;&#10;AI-generated content may be incorrect.">
            <a:extLst>
              <a:ext uri="{FF2B5EF4-FFF2-40B4-BE49-F238E27FC236}">
                <a16:creationId xmlns:a16="http://schemas.microsoft.com/office/drawing/2014/main" id="{AA6ECFB8-4607-971D-6312-C8F9EAA36E15}"/>
              </a:ext>
            </a:extLst>
          </p:cNvPr>
          <p:cNvPicPr>
            <a:picLocks noChangeAspect="1"/>
          </p:cNvPicPr>
          <p:nvPr/>
        </p:nvPicPr>
        <p:blipFill>
          <a:blip r:embed="rId6"/>
          <a:stretch>
            <a:fillRect/>
          </a:stretch>
        </p:blipFill>
        <p:spPr>
          <a:xfrm>
            <a:off x="885260" y="4009297"/>
            <a:ext cx="4977701" cy="1261014"/>
          </a:xfrm>
          <a:prstGeom prst="rect">
            <a:avLst/>
          </a:prstGeom>
        </p:spPr>
      </p:pic>
      <p:pic>
        <p:nvPicPr>
          <p:cNvPr id="6" name="Picture 5">
            <a:extLst>
              <a:ext uri="{FF2B5EF4-FFF2-40B4-BE49-F238E27FC236}">
                <a16:creationId xmlns:a16="http://schemas.microsoft.com/office/drawing/2014/main" id="{A05D8E8C-71C6-EA85-E1B5-F1A2AD03E0E9}"/>
              </a:ext>
            </a:extLst>
          </p:cNvPr>
          <p:cNvPicPr>
            <a:picLocks noChangeAspect="1"/>
          </p:cNvPicPr>
          <p:nvPr/>
        </p:nvPicPr>
        <p:blipFill>
          <a:blip r:embed="rId7"/>
          <a:stretch>
            <a:fillRect/>
          </a:stretch>
        </p:blipFill>
        <p:spPr>
          <a:xfrm>
            <a:off x="6193833" y="2863957"/>
            <a:ext cx="3472267" cy="193729"/>
          </a:xfrm>
          <a:prstGeom prst="rect">
            <a:avLst/>
          </a:prstGeom>
        </p:spPr>
      </p:pic>
      <p:pic>
        <p:nvPicPr>
          <p:cNvPr id="7" name="Picture 6">
            <a:extLst>
              <a:ext uri="{FF2B5EF4-FFF2-40B4-BE49-F238E27FC236}">
                <a16:creationId xmlns:a16="http://schemas.microsoft.com/office/drawing/2014/main" id="{3809AF13-6FCA-E36E-9A97-98D8FFE930D5}"/>
              </a:ext>
            </a:extLst>
          </p:cNvPr>
          <p:cNvPicPr>
            <a:picLocks noChangeAspect="1"/>
          </p:cNvPicPr>
          <p:nvPr/>
        </p:nvPicPr>
        <p:blipFill>
          <a:blip r:embed="rId8"/>
          <a:stretch>
            <a:fillRect/>
          </a:stretch>
        </p:blipFill>
        <p:spPr>
          <a:xfrm>
            <a:off x="6096888" y="4544312"/>
            <a:ext cx="3717817" cy="197442"/>
          </a:xfrm>
          <a:prstGeom prst="rect">
            <a:avLst/>
          </a:prstGeom>
        </p:spPr>
      </p:pic>
    </p:spTree>
    <p:custDataLst>
      <p:tags r:id="rId1"/>
    </p:custDataLst>
    <p:extLst>
      <p:ext uri="{BB962C8B-B14F-4D97-AF65-F5344CB8AC3E}">
        <p14:creationId xmlns:p14="http://schemas.microsoft.com/office/powerpoint/2010/main" val="56064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0000" lnSpcReduction="20000"/>
          </a:bodyPr>
          <a:lstStyle/>
          <a:p>
            <a:pPr indent="0">
              <a:lnSpc>
                <a:spcPct val="110000"/>
              </a:lnSpc>
              <a:buSzPts val="2000"/>
              <a:buNone/>
            </a:pPr>
            <a:r>
              <a:rPr lang="en-US" sz="2000" dirty="0"/>
              <a:t>Green Pace should apply security automation throughout the </a:t>
            </a:r>
            <a:r>
              <a:rPr lang="en-US" sz="2000" dirty="0" err="1"/>
              <a:t>DevSecOps</a:t>
            </a:r>
            <a:r>
              <a:rPr lang="en-US" sz="2000" dirty="0"/>
              <a:t> pipeline, not only at the end of development.</a:t>
            </a:r>
          </a:p>
          <a:p>
            <a:pPr indent="0">
              <a:lnSpc>
                <a:spcPct val="110000"/>
              </a:lnSpc>
              <a:buSzPts val="2000"/>
              <a:buNone/>
            </a:pPr>
            <a:endParaRPr lang="en-US" sz="2000" dirty="0"/>
          </a:p>
          <a:p>
            <a:pPr marL="800100">
              <a:lnSpc>
                <a:spcPct val="110000"/>
              </a:lnSpc>
              <a:buSzPts val="2000"/>
            </a:pPr>
            <a:r>
              <a:rPr lang="en-US"/>
              <a:t>Create</a:t>
            </a:r>
            <a:endParaRPr lang="en-US" dirty="0"/>
          </a:p>
          <a:p>
            <a:pPr marL="1257300" lvl="1">
              <a:lnSpc>
                <a:spcPct val="110000"/>
              </a:lnSpc>
              <a:buSzPts val="2000"/>
            </a:pPr>
            <a:r>
              <a:rPr lang="en-US"/>
              <a:t>Use compiler warnings, Visual Studio Code Analysis, and IDE security plug-ins to catch issues before code is committed.</a:t>
            </a:r>
          </a:p>
          <a:p>
            <a:pPr lvl="1" indent="0">
              <a:lnSpc>
                <a:spcPct val="110000"/>
              </a:lnSpc>
              <a:buSzPts val="2000"/>
              <a:buNone/>
            </a:pPr>
            <a:endParaRPr lang="en-US" dirty="0"/>
          </a:p>
          <a:p>
            <a:pPr marL="800100" lvl="1">
              <a:lnSpc>
                <a:spcPct val="110000"/>
              </a:lnSpc>
              <a:spcBef>
                <a:spcPts val="0"/>
              </a:spcBef>
              <a:buSzPts val="2000"/>
            </a:pPr>
            <a:r>
              <a:rPr lang="en-US"/>
              <a:t>Verify</a:t>
            </a:r>
            <a:endParaRPr lang="en-US" dirty="0"/>
          </a:p>
          <a:p>
            <a:pPr marL="1257300" lvl="2">
              <a:lnSpc>
                <a:spcPct val="110000"/>
              </a:lnSpc>
              <a:spcBef>
                <a:spcPts val="0"/>
              </a:spcBef>
              <a:buSzPts val="2000"/>
              <a:buFont typeface="Wingdings"/>
              <a:buChar char="§"/>
            </a:pPr>
            <a:r>
              <a:rPr lang="en-US" dirty="0"/>
              <a:t>Use </a:t>
            </a:r>
            <a:r>
              <a:rPr lang="en-US" dirty="0" err="1"/>
              <a:t>Cppcheck</a:t>
            </a:r>
            <a:r>
              <a:rPr lang="en-US" dirty="0"/>
              <a:t>, Clang-Tidy, SonarQube, </a:t>
            </a:r>
            <a:r>
              <a:rPr lang="en-US" dirty="0" err="1"/>
              <a:t>CodeQL</a:t>
            </a:r>
            <a:r>
              <a:rPr lang="en-US" dirty="0"/>
              <a:t>, </a:t>
            </a:r>
            <a:r>
              <a:rPr lang="en-US" dirty="0" err="1"/>
              <a:t>Semgrep</a:t>
            </a:r>
            <a:r>
              <a:rPr lang="en-US" dirty="0"/>
              <a:t>, unit tests, and integration tests during pull requests.</a:t>
            </a:r>
          </a:p>
          <a:p>
            <a:pPr marL="914400" lvl="2" indent="0">
              <a:lnSpc>
                <a:spcPct val="110000"/>
              </a:lnSpc>
              <a:spcBef>
                <a:spcPts val="0"/>
              </a:spcBef>
              <a:buSzPts val="2000"/>
              <a:buNone/>
            </a:pPr>
            <a:endParaRPr lang="en-US" dirty="0"/>
          </a:p>
          <a:p>
            <a:pPr marL="800100" lvl="1">
              <a:lnSpc>
                <a:spcPct val="110000"/>
              </a:lnSpc>
              <a:spcBef>
                <a:spcPts val="0"/>
              </a:spcBef>
              <a:buSzPts val="2000"/>
            </a:pPr>
            <a:r>
              <a:rPr lang="en-US"/>
              <a:t>Preprod / Release</a:t>
            </a:r>
            <a:endParaRPr lang="en-US" dirty="0"/>
          </a:p>
          <a:p>
            <a:pPr marL="1257300" lvl="2">
              <a:lnSpc>
                <a:spcPct val="110000"/>
              </a:lnSpc>
              <a:spcBef>
                <a:spcPts val="0"/>
              </a:spcBef>
              <a:buSzPts val="2000"/>
              <a:buFont typeface="Wingdings"/>
              <a:buChar char="§"/>
            </a:pPr>
            <a:r>
              <a:rPr lang="en-US"/>
              <a:t>Use security gates, dependency checks, signed builds, and repeatable test results before deployment. High-risk findings should block release until reviewed or fixed.</a:t>
            </a:r>
          </a:p>
          <a:p>
            <a:pPr marL="914400" lvl="2" indent="0">
              <a:lnSpc>
                <a:spcPct val="110000"/>
              </a:lnSpc>
              <a:spcBef>
                <a:spcPts val="0"/>
              </a:spcBef>
              <a:buSzPts val="2000"/>
              <a:buNone/>
            </a:pPr>
            <a:endParaRPr lang="en-US" dirty="0"/>
          </a:p>
          <a:p>
            <a:pPr marL="800100" lvl="1">
              <a:lnSpc>
                <a:spcPct val="110000"/>
              </a:lnSpc>
              <a:spcBef>
                <a:spcPts val="0"/>
              </a:spcBef>
              <a:buSzPts val="2000"/>
            </a:pPr>
            <a:r>
              <a:rPr lang="en-US"/>
              <a:t>Detect / Respond</a:t>
            </a:r>
            <a:endParaRPr lang="en-US" dirty="0"/>
          </a:p>
          <a:p>
            <a:pPr marL="1257300" lvl="2">
              <a:lnSpc>
                <a:spcPct val="110000"/>
              </a:lnSpc>
              <a:spcBef>
                <a:spcPts val="0"/>
              </a:spcBef>
              <a:buSzPts val="2000"/>
              <a:buFont typeface="Wingdings"/>
              <a:buChar char="§"/>
            </a:pPr>
            <a:r>
              <a:rPr lang="en-US"/>
              <a:t>Use logging, monitoring, firewall logs, operating system logs, anti-malware logs, and incident response review to identify issues after deployment.</a:t>
            </a:r>
          </a:p>
          <a:p>
            <a:pPr marL="685800" lvl="1" indent="-228600">
              <a:spcBef>
                <a:spcPts val="0"/>
              </a:spcBef>
              <a:buSzPts val="2000"/>
            </a:pPr>
            <a:endParaRPr lang="en-US" dirty="0"/>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058950"/>
            <a:ext cx="10839772" cy="4534277"/>
          </a:xfrm>
          <a:prstGeom prst="rect">
            <a:avLst/>
          </a:prstGeom>
          <a:noFill/>
          <a:ln>
            <a:noFill/>
          </a:ln>
        </p:spPr>
        <p:txBody>
          <a:bodyPr spcFirstLastPara="1" wrap="square" lIns="91425" tIns="45700" rIns="91425" bIns="45700" anchor="t" anchorCtr="0">
            <a:noAutofit/>
          </a:bodyPr>
          <a:lstStyle/>
          <a:p>
            <a:pPr marL="0" indent="0">
              <a:lnSpc>
                <a:spcPct val="100000"/>
              </a:lnSpc>
              <a:buSzPts val="2000"/>
              <a:buNone/>
            </a:pPr>
            <a:r>
              <a:rPr lang="en-US" sz="1100" b="1"/>
              <a:t>Problem:</a:t>
            </a:r>
            <a:endParaRPr lang="en-US" sz="1100" b="1" dirty="0"/>
          </a:p>
          <a:p>
            <a:pPr marL="0" indent="0">
              <a:lnSpc>
                <a:spcPct val="100000"/>
              </a:lnSpc>
              <a:buSzPts val="2000"/>
              <a:buNone/>
            </a:pPr>
            <a:r>
              <a:rPr lang="en-US" sz="1100"/>
              <a:t>As Green Pace grows, secure coding practices may become inconsistent without clear enforcement.</a:t>
            </a:r>
            <a:endParaRPr lang="en-US" sz="1100" b="1"/>
          </a:p>
          <a:p>
            <a:pPr marL="0" indent="0">
              <a:lnSpc>
                <a:spcPct val="100000"/>
              </a:lnSpc>
              <a:buSzPts val="2000"/>
              <a:buNone/>
            </a:pPr>
            <a:endParaRPr lang="en-US" sz="1100" dirty="0"/>
          </a:p>
          <a:p>
            <a:pPr marL="0" indent="0">
              <a:lnSpc>
                <a:spcPct val="100000"/>
              </a:lnSpc>
              <a:spcBef>
                <a:spcPts val="0"/>
              </a:spcBef>
              <a:buSzPts val="2000"/>
              <a:buNone/>
            </a:pPr>
            <a:r>
              <a:rPr lang="en-US" sz="1100" b="1"/>
              <a:t>Solution:</a:t>
            </a:r>
            <a:endParaRPr lang="en-US" sz="1100" dirty="0"/>
          </a:p>
          <a:p>
            <a:pPr marL="0" indent="0">
              <a:lnSpc>
                <a:spcPct val="100000"/>
              </a:lnSpc>
              <a:spcBef>
                <a:spcPts val="0"/>
              </a:spcBef>
              <a:buSzPts val="2000"/>
              <a:buNone/>
            </a:pPr>
            <a:r>
              <a:rPr lang="en-US" sz="1100" dirty="0"/>
              <a:t>Use code reviews, static analysis, compiler warnings, unit testing, and security gates in the </a:t>
            </a:r>
            <a:r>
              <a:rPr lang="en-US" sz="1100" dirty="0" err="1"/>
              <a:t>DevSecOps</a:t>
            </a:r>
            <a:r>
              <a:rPr lang="en-US" sz="1100" dirty="0"/>
              <a:t> pipeline.</a:t>
            </a:r>
          </a:p>
          <a:p>
            <a:pPr marL="0" indent="0">
              <a:lnSpc>
                <a:spcPct val="100000"/>
              </a:lnSpc>
              <a:spcBef>
                <a:spcPts val="0"/>
              </a:spcBef>
              <a:buSzPts val="2000"/>
              <a:buNone/>
            </a:pPr>
            <a:endParaRPr lang="en-US" sz="1100" dirty="0"/>
          </a:p>
          <a:p>
            <a:pPr marL="0" indent="0">
              <a:lnSpc>
                <a:spcPct val="100000"/>
              </a:lnSpc>
              <a:spcBef>
                <a:spcPts val="0"/>
              </a:spcBef>
              <a:buSzPts val="2000"/>
              <a:buNone/>
            </a:pPr>
            <a:r>
              <a:rPr lang="en-US" sz="1100" b="1"/>
              <a:t>Benefits of acting now:</a:t>
            </a:r>
            <a:endParaRPr lang="en-US" sz="1100" dirty="0"/>
          </a:p>
          <a:p>
            <a:pPr marL="0" indent="0">
              <a:lnSpc>
                <a:spcPct val="100000"/>
              </a:lnSpc>
              <a:spcBef>
                <a:spcPts val="0"/>
              </a:spcBef>
              <a:buSzPts val="2000"/>
              <a:buNone/>
            </a:pPr>
            <a:r>
              <a:rPr lang="en-US" sz="1100"/>
              <a:t>Finding issues early reduces remediation cost, lowers the risk of data exposure, and improves code consistency.</a:t>
            </a:r>
            <a:endParaRPr lang="en-US" sz="1100" dirty="0"/>
          </a:p>
          <a:p>
            <a:pPr marL="0" indent="0">
              <a:lnSpc>
                <a:spcPct val="100000"/>
              </a:lnSpc>
              <a:spcBef>
                <a:spcPts val="0"/>
              </a:spcBef>
              <a:buSzPts val="2000"/>
              <a:buNone/>
            </a:pPr>
            <a:endParaRPr lang="en-US" sz="1100" dirty="0"/>
          </a:p>
          <a:p>
            <a:pPr marL="0" indent="0">
              <a:lnSpc>
                <a:spcPct val="100000"/>
              </a:lnSpc>
              <a:spcBef>
                <a:spcPts val="0"/>
              </a:spcBef>
              <a:buSzPts val="2000"/>
              <a:buNone/>
            </a:pPr>
            <a:r>
              <a:rPr lang="en-US" sz="1100" b="1"/>
              <a:t>Risks of waiting:</a:t>
            </a:r>
            <a:br>
              <a:rPr lang="en-US" sz="1100" dirty="0"/>
            </a:br>
            <a:r>
              <a:rPr lang="en-US" sz="1100"/>
              <a:t>Vulnerabilities may move deeper into the lifecycle, making them harder to trace and more damaging in production.</a:t>
            </a:r>
            <a:endParaRPr lang="en-US" sz="1100" dirty="0"/>
          </a:p>
          <a:p>
            <a:pPr marL="0" indent="0">
              <a:lnSpc>
                <a:spcPct val="100000"/>
              </a:lnSpc>
              <a:spcBef>
                <a:spcPts val="0"/>
              </a:spcBef>
              <a:buSzPts val="2000"/>
              <a:buNone/>
            </a:pPr>
            <a:endParaRPr lang="en-US" sz="1100" dirty="0"/>
          </a:p>
          <a:p>
            <a:pPr marL="0" indent="0">
              <a:lnSpc>
                <a:spcPct val="100000"/>
              </a:lnSpc>
              <a:spcBef>
                <a:spcPts val="0"/>
              </a:spcBef>
              <a:buSzPts val="2000"/>
              <a:buNone/>
            </a:pPr>
            <a:r>
              <a:rPr lang="en-US" sz="1100" b="1"/>
              <a:t>Current gaps:</a:t>
            </a:r>
            <a:br>
              <a:rPr lang="en-US" sz="1100" dirty="0"/>
            </a:br>
            <a:r>
              <a:rPr lang="en-US" sz="1100"/>
              <a:t>The policy still needs stronger guidance for dependency management, secrets management, recurring reviews, incident response testing, and compliance evidence.</a:t>
            </a:r>
            <a:endParaRPr lang="en-US" sz="1100" dirty="0"/>
          </a:p>
          <a:p>
            <a:pPr marL="0" indent="0">
              <a:lnSpc>
                <a:spcPct val="100000"/>
              </a:lnSpc>
              <a:spcBef>
                <a:spcPts val="0"/>
              </a:spcBef>
              <a:buSzPts val="2000"/>
              <a:buNone/>
            </a:pPr>
            <a:endParaRPr lang="en-US" sz="1100" dirty="0"/>
          </a:p>
          <a:p>
            <a:pPr marL="0" indent="0">
              <a:lnSpc>
                <a:spcPct val="100000"/>
              </a:lnSpc>
              <a:spcBef>
                <a:spcPts val="0"/>
              </a:spcBef>
              <a:buSzPts val="2000"/>
              <a:buNone/>
            </a:pPr>
            <a:r>
              <a:rPr lang="en-US" sz="1100" b="1"/>
              <a:t>Next steps:</a:t>
            </a:r>
            <a:br>
              <a:rPr lang="en-US" sz="1100" dirty="0"/>
            </a:br>
            <a:r>
              <a:rPr lang="en-US" sz="1100"/>
              <a:t>Prioritize string correctness, SQL injection, and memory protection first. Then expand testing and review requirements for file access, integer arithmetic, and error handling.</a:t>
            </a:r>
            <a:endParaRPr lang="en-US" sz="1100" dirty="0"/>
          </a:p>
          <a:p>
            <a:pPr marL="0" lvl="0" indent="0" algn="l">
              <a:lnSpc>
                <a:spcPct val="100000"/>
              </a:lnSpc>
              <a:spcBef>
                <a:spcPts val="0"/>
              </a:spcBef>
              <a:spcAft>
                <a:spcPts val="0"/>
              </a:spcAft>
              <a:buClr>
                <a:schemeClr val="lt1"/>
              </a:buClr>
              <a:buSzPts val="2000"/>
              <a:buNone/>
            </a:pPr>
            <a:endParaRPr lang="en-US" sz="1100" dirty="0"/>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79342" y="2194560"/>
            <a:ext cx="10820400" cy="4024125"/>
          </a:xfrm>
          <a:prstGeom prst="rect">
            <a:avLst/>
          </a:prstGeom>
          <a:noFill/>
          <a:ln>
            <a:noFill/>
          </a:ln>
        </p:spPr>
        <p:txBody>
          <a:bodyPr spcFirstLastPara="1" wrap="square" lIns="91425" tIns="45700" rIns="91425" bIns="45700" anchor="t" anchorCtr="0">
            <a:noAutofit/>
          </a:bodyPr>
          <a:lstStyle/>
          <a:p>
            <a:pPr marL="0" indent="0">
              <a:lnSpc>
                <a:spcPct val="100000"/>
              </a:lnSpc>
              <a:buNone/>
            </a:pPr>
            <a:r>
              <a:rPr lang="en-US" sz="2000" b="1"/>
              <a:t>Recommendations:</a:t>
            </a:r>
            <a:br>
              <a:rPr lang="en-US" sz="2000" dirty="0"/>
            </a:br>
            <a:r>
              <a:rPr lang="en-US" sz="2000"/>
              <a:t>Add stronger guidance for dependency scanning, secrets management, secure configuration, access reviews, and incident response testing.</a:t>
            </a:r>
            <a:endParaRPr lang="en-US" sz="2000" dirty="0"/>
          </a:p>
          <a:p>
            <a:pPr marL="0" indent="0">
              <a:lnSpc>
                <a:spcPct val="100000"/>
              </a:lnSpc>
              <a:buNone/>
            </a:pPr>
            <a:r>
              <a:rPr lang="en-US" sz="2000" b="1"/>
              <a:t>Current gaps:</a:t>
            </a:r>
            <a:br>
              <a:rPr lang="en-US" sz="2000" dirty="0"/>
            </a:br>
            <a:r>
              <a:rPr lang="en-US" sz="2000"/>
              <a:t>The policy should better address third-party library risk, credential storage, logging review, secure builds, and long-term maintenance.</a:t>
            </a:r>
            <a:endParaRPr lang="en-US" sz="2000" dirty="0"/>
          </a:p>
          <a:p>
            <a:pPr marL="0" indent="0">
              <a:lnSpc>
                <a:spcPct val="100000"/>
              </a:lnSpc>
              <a:buNone/>
            </a:pPr>
            <a:r>
              <a:rPr lang="en-US" sz="2000" b="1" dirty="0"/>
              <a:t>Future improvements:</a:t>
            </a:r>
            <a:br>
              <a:rPr lang="en-US" sz="2000" dirty="0"/>
            </a:br>
            <a:r>
              <a:rPr lang="en-US" sz="2000" dirty="0"/>
              <a:t>Adopt SEI CERT C++ as the main C++ standard, continue using OWASP for injection prevention, NIST for </a:t>
            </a:r>
            <a:r>
              <a:rPr lang="en-US" sz="2000"/>
              <a:t>access control and auditing, and Visual Studio unit testing for repeatable checks.</a:t>
            </a:r>
            <a:endParaRPr lang="en-US" sz="2000" dirty="0"/>
          </a:p>
          <a:p>
            <a:pPr marL="0" indent="0">
              <a:lnSpc>
                <a:spcPct val="100000"/>
              </a:lnSpc>
              <a:buNone/>
            </a:pPr>
            <a:endParaRPr lang="en-US" sz="1600"/>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10000"/>
          </a:bodyPr>
          <a:lstStyle/>
          <a:p>
            <a:pPr marL="0" indent="0">
              <a:lnSpc>
                <a:spcPct val="100000"/>
              </a:lnSpc>
              <a:spcBef>
                <a:spcPts val="0"/>
              </a:spcBef>
              <a:buNone/>
            </a:pPr>
            <a:r>
              <a:rPr lang="en-US"/>
              <a:t>• Green Pace’s policy helps make secure development clearer, more consistent, and easier to enforce.</a:t>
            </a:r>
          </a:p>
          <a:p>
            <a:pPr marL="0" indent="0">
              <a:lnSpc>
                <a:spcPct val="100000"/>
              </a:lnSpc>
              <a:spcBef>
                <a:spcPts val="0"/>
              </a:spcBef>
              <a:buNone/>
            </a:pPr>
            <a:endParaRPr lang="en-US" dirty="0"/>
          </a:p>
          <a:p>
            <a:pPr marL="0" indent="0">
              <a:lnSpc>
                <a:spcPct val="100000"/>
              </a:lnSpc>
              <a:spcBef>
                <a:spcPts val="0"/>
              </a:spcBef>
              <a:buNone/>
            </a:pPr>
            <a:r>
              <a:rPr lang="en-US"/>
              <a:t>• The policy supports defense in depth by combining secure coding standards, encryption, Triple-A controls, automation, testing, and monitoring.</a:t>
            </a:r>
          </a:p>
          <a:p>
            <a:pPr marL="0" indent="0">
              <a:lnSpc>
                <a:spcPct val="100000"/>
              </a:lnSpc>
              <a:spcBef>
                <a:spcPts val="0"/>
              </a:spcBef>
              <a:buNone/>
            </a:pPr>
            <a:endParaRPr lang="en-US" dirty="0"/>
          </a:p>
          <a:p>
            <a:pPr marL="0" indent="0">
              <a:lnSpc>
                <a:spcPct val="100000"/>
              </a:lnSpc>
              <a:spcBef>
                <a:spcPts val="0"/>
              </a:spcBef>
              <a:buNone/>
            </a:pPr>
            <a:r>
              <a:rPr lang="en-US"/>
              <a:t>• The highest-priority risks should be addressed first, especially string correctness, SQL injection, and memory protection.</a:t>
            </a:r>
          </a:p>
          <a:p>
            <a:pPr marL="0" indent="0">
              <a:lnSpc>
                <a:spcPct val="100000"/>
              </a:lnSpc>
              <a:spcBef>
                <a:spcPts val="0"/>
              </a:spcBef>
              <a:buNone/>
            </a:pPr>
            <a:endParaRPr lang="en-US" dirty="0"/>
          </a:p>
          <a:p>
            <a:pPr marL="0" indent="0">
              <a:lnSpc>
                <a:spcPct val="100000"/>
              </a:lnSpc>
              <a:spcBef>
                <a:spcPts val="0"/>
              </a:spcBef>
              <a:buNone/>
            </a:pPr>
            <a:r>
              <a:rPr lang="en-US" dirty="0"/>
              <a:t>• Automation should be built into each stage of the </a:t>
            </a:r>
            <a:r>
              <a:rPr lang="en-US" dirty="0" err="1"/>
              <a:t>DevSecOps</a:t>
            </a:r>
            <a:r>
              <a:rPr lang="en-US" dirty="0"/>
              <a:t> pipeline so vulnerabilities are caught earlier and reviewed before release.</a:t>
            </a:r>
          </a:p>
          <a:p>
            <a:pPr marL="0" indent="0">
              <a:lnSpc>
                <a:spcPct val="100000"/>
              </a:lnSpc>
              <a:spcBef>
                <a:spcPts val="0"/>
              </a:spcBef>
              <a:buNone/>
            </a:pPr>
            <a:endParaRPr lang="en-US" dirty="0"/>
          </a:p>
          <a:p>
            <a:pPr marL="0" indent="0">
              <a:lnSpc>
                <a:spcPct val="100000"/>
              </a:lnSpc>
              <a:spcBef>
                <a:spcPts val="0"/>
              </a:spcBef>
              <a:buNone/>
            </a:pPr>
            <a:r>
              <a:rPr lang="en-US"/>
              <a:t>• The policy should be reviewed and updated regularly as new threats, tools, and development practices appear.</a:t>
            </a:r>
          </a:p>
          <a:p>
            <a:pPr marL="0" indent="0">
              <a:lnSpc>
                <a:spcPct val="100000"/>
              </a:lnSpc>
              <a:spcBef>
                <a:spcPts val="0"/>
              </a:spcBef>
              <a:buSzPts val="2200"/>
              <a:buNone/>
            </a:pPr>
            <a:endParaRPr lang="en-US" dirty="0">
              <a:solidFill>
                <a:srgbClr val="FFFFFF"/>
              </a:solidFill>
            </a:endParaRPr>
          </a:p>
          <a:p>
            <a:pPr marL="0" indent="0">
              <a:lnSpc>
                <a:spcPct val="100000"/>
              </a:lnSpc>
              <a:spcBef>
                <a:spcPts val="0"/>
              </a:spcBef>
              <a:buSzPts val="2200"/>
            </a:pPr>
            <a:endParaRPr lang="en-US" dirty="0">
              <a:solidFill>
                <a:srgbClr val="FFFFFF"/>
              </a:solidFill>
            </a:endParaRPr>
          </a:p>
          <a:p>
            <a:pPr marL="0" lvl="0" indent="0" algn="l">
              <a:lnSpc>
                <a:spcPct val="100000"/>
              </a:lnSpc>
              <a:spcBef>
                <a:spcPts val="0"/>
              </a:spcBef>
              <a:spcAft>
                <a:spcPts val="0"/>
              </a:spcAft>
              <a:buClr>
                <a:schemeClr val="lt1"/>
              </a:buClr>
              <a:buSzPts val="2200"/>
              <a:buChar char="•"/>
            </a:pPr>
            <a:endParaRPr lang="en-US" dirty="0"/>
          </a:p>
          <a:p>
            <a:pPr marL="0" lvl="0" indent="0" algn="l" rtl="0">
              <a:lnSpc>
                <a:spcPct val="100000"/>
              </a:lnSpc>
              <a:spcBef>
                <a:spcPts val="0"/>
              </a:spcBef>
              <a:spcAft>
                <a:spcPts val="0"/>
              </a:spcAft>
              <a:buClr>
                <a:schemeClr val="lt1"/>
              </a:buClr>
              <a:buSzPts val="2200"/>
              <a:buNone/>
            </a:pPr>
            <a:endParaRP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a:lnSpc>
                <a:spcPct val="120000"/>
              </a:lnSpc>
              <a:spcBef>
                <a:spcPts val="0"/>
              </a:spcBef>
              <a:buSzPts val="2200"/>
            </a:pPr>
            <a:r>
              <a:rPr lang="en-US"/>
              <a:t>Carnegie Mellon University Software Engineering Institute. (2017). SEI CERT C and C++ coding standards. </a:t>
            </a:r>
            <a:r>
              <a:rPr lang="en-US" dirty="0">
                <a:hlinkClick r:id="rId4"/>
              </a:rPr>
              <a:t>https://www.sei.cmu.edu/library/sei-cert-c-and-c-coding-standards/</a:t>
            </a:r>
            <a:endParaRPr lang="en-US"/>
          </a:p>
          <a:p>
            <a:pPr marL="114300" indent="0">
              <a:lnSpc>
                <a:spcPct val="120000"/>
              </a:lnSpc>
              <a:spcBef>
                <a:spcPts val="0"/>
              </a:spcBef>
              <a:buSzPts val="2200"/>
              <a:buNone/>
            </a:pPr>
            <a:endParaRPr lang="en-US" dirty="0"/>
          </a:p>
          <a:p>
            <a:pPr>
              <a:lnSpc>
                <a:spcPct val="120000"/>
              </a:lnSpc>
              <a:spcBef>
                <a:spcPts val="0"/>
              </a:spcBef>
              <a:buSzPts val="2200"/>
            </a:pPr>
            <a:r>
              <a:rPr lang="en-US"/>
              <a:t>Microsoft. (2026). Write unit tests for C/C++ in Visual Studio. Microsoft Learn. </a:t>
            </a:r>
            <a:r>
              <a:rPr lang="en-US" dirty="0">
                <a:hlinkClick r:id="rId5"/>
              </a:rPr>
              <a:t>https://learn.microsoft.com/en-us/visualstudio/test/writing-unit-tests-for-c-cpp</a:t>
            </a:r>
            <a:endParaRPr lang="en-US"/>
          </a:p>
          <a:p>
            <a:pPr marL="114300" indent="0">
              <a:lnSpc>
                <a:spcPct val="120000"/>
              </a:lnSpc>
              <a:spcBef>
                <a:spcPts val="0"/>
              </a:spcBef>
              <a:buSzPts val="2200"/>
              <a:buNone/>
            </a:pPr>
            <a:endParaRPr lang="en-US" dirty="0"/>
          </a:p>
          <a:p>
            <a:pPr>
              <a:lnSpc>
                <a:spcPct val="120000"/>
              </a:lnSpc>
              <a:spcBef>
                <a:spcPts val="0"/>
              </a:spcBef>
              <a:buSzPts val="2200"/>
            </a:pPr>
            <a:r>
              <a:rPr lang="en-US"/>
              <a:t>National Institute of Standards and Technology. (2020). Security and privacy controls for information systems and organizations (NIST Special Publication 800-53, Rev. 5). </a:t>
            </a:r>
            <a:r>
              <a:rPr lang="en-US" dirty="0">
                <a:hlinkClick r:id="rId6"/>
              </a:rPr>
              <a:t>https://csrc.nist.gov/pubs/sp/800/53/r5/upd1/final</a:t>
            </a:r>
            <a:endParaRPr lang="en-US"/>
          </a:p>
          <a:p>
            <a:pPr marL="114300" indent="0">
              <a:lnSpc>
                <a:spcPct val="120000"/>
              </a:lnSpc>
              <a:spcBef>
                <a:spcPts val="0"/>
              </a:spcBef>
              <a:buSzPts val="2200"/>
              <a:buNone/>
            </a:pPr>
            <a:endParaRPr lang="en-US" dirty="0"/>
          </a:p>
          <a:p>
            <a:pPr>
              <a:lnSpc>
                <a:spcPct val="120000"/>
              </a:lnSpc>
              <a:spcBef>
                <a:spcPts val="0"/>
              </a:spcBef>
              <a:buSzPts val="2200"/>
            </a:pPr>
            <a:r>
              <a:rPr lang="en-US"/>
              <a:t>OWASP Foundation. (n.d.). SQL injection prevention cheat sheet. OWASP Cheat Sheet Series. </a:t>
            </a:r>
            <a:r>
              <a:rPr lang="en-US" dirty="0">
                <a:hlinkClick r:id="rId7"/>
              </a:rPr>
              <a:t>https://cheatsheetseries.owasp.org/cheatsheets/SQL_Injection_Prevention_Cheat_Sheet.html</a:t>
            </a:r>
            <a:endParaRPr lang="en-US"/>
          </a:p>
          <a:p>
            <a:pPr marL="114300" indent="0">
              <a:lnSpc>
                <a:spcPct val="120000"/>
              </a:lnSpc>
              <a:spcBef>
                <a:spcPts val="0"/>
              </a:spcBef>
              <a:buSzPts val="2200"/>
              <a:buNone/>
            </a:pPr>
            <a:endParaRPr lang="en-US" dirty="0"/>
          </a:p>
          <a:p>
            <a:pPr>
              <a:lnSpc>
                <a:spcPct val="120000"/>
              </a:lnSpc>
              <a:spcBef>
                <a:spcPts val="0"/>
              </a:spcBef>
              <a:buSzPts val="2200"/>
            </a:pPr>
            <a:r>
              <a:rPr lang="en-US"/>
              <a:t>OWASP Foundation. (n.d.). Query parameterization cheat sheet. OWASP Cheat Sheet Series. </a:t>
            </a:r>
            <a:r>
              <a:rPr lang="en-US" dirty="0">
                <a:hlinkClick r:id="rId8"/>
              </a:rPr>
              <a:t>https://cheatsheetseries.owasp.org/cheatsheets/Query_Parameterization_Cheat_Sheet.html</a:t>
            </a:r>
            <a:endParaRPr lang="en-US"/>
          </a:p>
        </p:txBody>
      </p:sp>
      <p:pic>
        <p:nvPicPr>
          <p:cNvPr id="239" name="Google Shape;239;p14" descr="Green Pace logo"/>
          <p:cNvPicPr preferRelativeResize="0"/>
          <p:nvPr/>
        </p:nvPicPr>
        <p:blipFill>
          <a:blip r:embed="rId9">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TotalTime>
  <Words>352</Words>
  <Application>Microsoft Office PowerPoint</Application>
  <PresentationFormat>Widescreen</PresentationFormat>
  <Paragraphs>39</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vt:lpstr>
      <vt:lpstr>Unit Testing</vt:lpstr>
      <vt:lpstr>Unit Testing</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Ankita Koli</cp:lastModifiedBy>
  <cp:revision>464</cp:revision>
  <dcterms:created xsi:type="dcterms:W3CDTF">2020-08-19T17:59:24Z</dcterms:created>
  <dcterms:modified xsi:type="dcterms:W3CDTF">2026-06-18T23:00:05Z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